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4"/>
  </p:notesMasterIdLst>
  <p:sldIdLst>
    <p:sldId id="299" r:id="rId2"/>
    <p:sldId id="256" r:id="rId3"/>
    <p:sldId id="308" r:id="rId4"/>
    <p:sldId id="306" r:id="rId5"/>
    <p:sldId id="307" r:id="rId6"/>
    <p:sldId id="312" r:id="rId7"/>
    <p:sldId id="311" r:id="rId8"/>
    <p:sldId id="310" r:id="rId9"/>
    <p:sldId id="297" r:id="rId10"/>
    <p:sldId id="303" r:id="rId11"/>
    <p:sldId id="309" r:id="rId12"/>
    <p:sldId id="305" r:id="rId13"/>
  </p:sldIdLst>
  <p:sldSz cx="9144000" cy="5143500" type="screen16x9"/>
  <p:notesSz cx="6858000" cy="9144000"/>
  <p:embeddedFontLst>
    <p:embeddedFont>
      <p:font typeface="Bebas Neue Bold" panose="020B0604020202020204" charset="0"/>
      <p:regular r:id="rId15"/>
    </p:embeddedFont>
    <p:embeddedFont>
      <p:font typeface="Century Gothic" panose="020B0604020202020204" charset="0"/>
      <p:regular r:id="rId16"/>
      <p:bold r:id="rId17"/>
      <p:italic r:id="rId18"/>
      <p:boldItalic r:id="rId19"/>
    </p:embeddedFont>
    <p:embeddedFont>
      <p:font typeface="Montserrat" panose="020B0604020202020204" charset="0"/>
      <p:regular r:id="rId20"/>
      <p:bold r:id="rId21"/>
      <p:italic r:id="rId22"/>
      <p:boldItalic r:id="rId23"/>
    </p:embeddedFont>
    <p:embeddedFont>
      <p:font typeface="Montserrat Bold" panose="020B0604020202020204" charset="0"/>
      <p:bold r:id="rId24"/>
    </p:embeddedFont>
    <p:embeddedFont>
      <p:font typeface="Montserrat Bold Italics" panose="020B0604020202020204" charset="0"/>
      <p:regular r:id="rId25"/>
    </p:embeddedFont>
    <p:embeddedFont>
      <p:font typeface="Montserrat Italics" panose="020B0604020202020204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23D"/>
    <a:srgbClr val="FFF150"/>
    <a:srgbClr val="363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39C247-85FF-2928-FE82-F647719A5F9F}" v="357" dt="2026-04-12T20:56:51.317"/>
    <p1510:client id="{10021705-614C-28AA-D680-3E29251E9D4D}" v="146" dt="2026-04-12T20:25:26.034"/>
    <p1510:client id="{1F5B317F-A2BC-44AF-A30C-B232DBEEE305}" v="509" dt="2026-04-13T06:42:01.173"/>
    <p1510:client id="{5DF4CD81-0D27-49C2-BAF2-62405FF1F90D}" v="352" dt="2026-04-12T23:31:42.782"/>
    <p1510:client id="{833E6763-9FC9-828B-611B-6320F8E3917C}" v="51" dt="2026-04-12T23:22:00.815"/>
    <p1510:client id="{BE6306D4-E8F2-4B94-425C-14365EF72809}" v="77" dt="2026-04-12T18:14:58.591"/>
    <p1510:client id="{C303E52E-B9E0-FED5-2630-BD5C8FF645C9}" v="250" dt="2026-04-12T21:31:53.328"/>
    <p1510:client id="{E62563AD-4FFE-4775-94E1-A3682F63FB1C}" v="27" dt="2026-04-12T23:59:19.435"/>
    <p1510:client id="{F3E16414-A366-33A2-8644-7AF77E6970C7}" v="151" dt="2026-04-13T06:48:39.571"/>
  </p1510:revLst>
</p1510:revInfo>
</file>

<file path=ppt/tableStyles.xml><?xml version="1.0" encoding="utf-8"?>
<a:tblStyleLst xmlns:a="http://schemas.openxmlformats.org/drawingml/2006/main" def="{4021C0AD-611A-4753-9C74-AEDF5A1475C8}">
  <a:tblStyle styleId="{4021C0AD-611A-4753-9C74-AEDF5A1475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FC906AC-2525-4E8E-9C7B-51549CA368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Max Dempster" userId="f437bf03-7c26-474f-aedf-fabe539d3f82" providerId="ADAL" clId="{8504C313-CF38-495E-9F22-63AF5ED2B5DA}"/>
    <pc:docChg chg="undo custSel addSld delSld modSld delMainMaster">
      <pc:chgData name="(s) Max Dempster" userId="f437bf03-7c26-474f-aedf-fabe539d3f82" providerId="ADAL" clId="{8504C313-CF38-495E-9F22-63AF5ED2B5DA}" dt="2026-04-12T23:31:42.782" v="351" actId="20577"/>
      <pc:docMkLst>
        <pc:docMk/>
      </pc:docMkLst>
      <pc:sldChg chg="delSp modSp add del mod setBg modNotesTx">
        <pc:chgData name="(s) Max Dempster" userId="f437bf03-7c26-474f-aedf-fabe539d3f82" providerId="ADAL" clId="{8504C313-CF38-495E-9F22-63AF5ED2B5DA}" dt="2026-04-12T23:29:28.801" v="325" actId="47"/>
        <pc:sldMkLst>
          <pc:docMk/>
          <pc:sldMk cId="0" sldId="256"/>
        </pc:sldMkLst>
        <pc:spChg chg="del mod">
          <ac:chgData name="(s) Max Dempster" userId="f437bf03-7c26-474f-aedf-fabe539d3f82" providerId="ADAL" clId="{8504C313-CF38-495E-9F22-63AF5ED2B5DA}" dt="2026-04-12T23:20:04.868" v="57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(s) Max Dempster" userId="f437bf03-7c26-474f-aedf-fabe539d3f82" providerId="ADAL" clId="{8504C313-CF38-495E-9F22-63AF5ED2B5DA}" dt="2026-04-12T23:20:06.585" v="59" actId="478"/>
          <ac:spMkLst>
            <pc:docMk/>
            <pc:sldMk cId="0" sldId="256"/>
            <ac:spMk id="10" creationId="{00000000-0000-0000-0000-000000000000}"/>
          </ac:spMkLst>
        </pc:spChg>
        <pc:grpChg chg="del mod">
          <ac:chgData name="(s) Max Dempster" userId="f437bf03-7c26-474f-aedf-fabe539d3f82" providerId="ADAL" clId="{8504C313-CF38-495E-9F22-63AF5ED2B5DA}" dt="2026-04-12T23:20:05.885" v="58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add del setBg">
        <pc:chgData name="(s) Max Dempster" userId="f437bf03-7c26-474f-aedf-fabe539d3f82" providerId="ADAL" clId="{8504C313-CF38-495E-9F22-63AF5ED2B5DA}" dt="2026-04-12T23:22:49.092" v="90" actId="47"/>
        <pc:sldMkLst>
          <pc:docMk/>
          <pc:sldMk cId="0" sldId="257"/>
        </pc:sldMkLst>
      </pc:sldChg>
      <pc:sldChg chg="del">
        <pc:chgData name="(s) Max Dempster" userId="f437bf03-7c26-474f-aedf-fabe539d3f82" providerId="ADAL" clId="{8504C313-CF38-495E-9F22-63AF5ED2B5DA}" dt="2026-04-12T23:18:47.807" v="14" actId="47"/>
        <pc:sldMkLst>
          <pc:docMk/>
          <pc:sldMk cId="0" sldId="258"/>
        </pc:sldMkLst>
      </pc:sldChg>
      <pc:sldChg chg="del">
        <pc:chgData name="(s) Max Dempster" userId="f437bf03-7c26-474f-aedf-fabe539d3f82" providerId="ADAL" clId="{8504C313-CF38-495E-9F22-63AF5ED2B5DA}" dt="2026-04-12T23:18:48.583" v="15" actId="47"/>
        <pc:sldMkLst>
          <pc:docMk/>
          <pc:sldMk cId="0" sldId="259"/>
        </pc:sldMkLst>
      </pc:sldChg>
      <pc:sldChg chg="del">
        <pc:chgData name="(s) Max Dempster" userId="f437bf03-7c26-474f-aedf-fabe539d3f82" providerId="ADAL" clId="{8504C313-CF38-495E-9F22-63AF5ED2B5DA}" dt="2026-04-12T23:18:49.208" v="16" actId="47"/>
        <pc:sldMkLst>
          <pc:docMk/>
          <pc:sldMk cId="0" sldId="260"/>
        </pc:sldMkLst>
      </pc:sldChg>
      <pc:sldChg chg="del">
        <pc:chgData name="(s) Max Dempster" userId="f437bf03-7c26-474f-aedf-fabe539d3f82" providerId="ADAL" clId="{8504C313-CF38-495E-9F22-63AF5ED2B5DA}" dt="2026-04-12T23:18:49.780" v="17" actId="47"/>
        <pc:sldMkLst>
          <pc:docMk/>
          <pc:sldMk cId="0" sldId="261"/>
        </pc:sldMkLst>
      </pc:sldChg>
      <pc:sldChg chg="del">
        <pc:chgData name="(s) Max Dempster" userId="f437bf03-7c26-474f-aedf-fabe539d3f82" providerId="ADAL" clId="{8504C313-CF38-495E-9F22-63AF5ED2B5DA}" dt="2026-04-12T23:18:50.287" v="18" actId="47"/>
        <pc:sldMkLst>
          <pc:docMk/>
          <pc:sldMk cId="0" sldId="262"/>
        </pc:sldMkLst>
      </pc:sldChg>
      <pc:sldChg chg="del">
        <pc:chgData name="(s) Max Dempster" userId="f437bf03-7c26-474f-aedf-fabe539d3f82" providerId="ADAL" clId="{8504C313-CF38-495E-9F22-63AF5ED2B5DA}" dt="2026-04-12T23:18:50.720" v="19" actId="47"/>
        <pc:sldMkLst>
          <pc:docMk/>
          <pc:sldMk cId="0" sldId="263"/>
        </pc:sldMkLst>
      </pc:sldChg>
      <pc:sldChg chg="del">
        <pc:chgData name="(s) Max Dempster" userId="f437bf03-7c26-474f-aedf-fabe539d3f82" providerId="ADAL" clId="{8504C313-CF38-495E-9F22-63AF5ED2B5DA}" dt="2026-04-12T23:18:51.087" v="20" actId="47"/>
        <pc:sldMkLst>
          <pc:docMk/>
          <pc:sldMk cId="0" sldId="264"/>
        </pc:sldMkLst>
      </pc:sldChg>
      <pc:sldChg chg="del">
        <pc:chgData name="(s) Max Dempster" userId="f437bf03-7c26-474f-aedf-fabe539d3f82" providerId="ADAL" clId="{8504C313-CF38-495E-9F22-63AF5ED2B5DA}" dt="2026-04-12T23:18:51.573" v="21" actId="47"/>
        <pc:sldMkLst>
          <pc:docMk/>
          <pc:sldMk cId="0" sldId="265"/>
        </pc:sldMkLst>
      </pc:sldChg>
      <pc:sldChg chg="del">
        <pc:chgData name="(s) Max Dempster" userId="f437bf03-7c26-474f-aedf-fabe539d3f82" providerId="ADAL" clId="{8504C313-CF38-495E-9F22-63AF5ED2B5DA}" dt="2026-04-12T23:18:52.018" v="22" actId="47"/>
        <pc:sldMkLst>
          <pc:docMk/>
          <pc:sldMk cId="0" sldId="266"/>
        </pc:sldMkLst>
      </pc:sldChg>
      <pc:sldChg chg="del">
        <pc:chgData name="(s) Max Dempster" userId="f437bf03-7c26-474f-aedf-fabe539d3f82" providerId="ADAL" clId="{8504C313-CF38-495E-9F22-63AF5ED2B5DA}" dt="2026-04-12T23:18:52.454" v="23" actId="47"/>
        <pc:sldMkLst>
          <pc:docMk/>
          <pc:sldMk cId="0" sldId="267"/>
        </pc:sldMkLst>
      </pc:sldChg>
      <pc:sldChg chg="del">
        <pc:chgData name="(s) Max Dempster" userId="f437bf03-7c26-474f-aedf-fabe539d3f82" providerId="ADAL" clId="{8504C313-CF38-495E-9F22-63AF5ED2B5DA}" dt="2026-04-12T23:18:52.859" v="24" actId="47"/>
        <pc:sldMkLst>
          <pc:docMk/>
          <pc:sldMk cId="0" sldId="268"/>
        </pc:sldMkLst>
      </pc:sldChg>
      <pc:sldChg chg="del">
        <pc:chgData name="(s) Max Dempster" userId="f437bf03-7c26-474f-aedf-fabe539d3f82" providerId="ADAL" clId="{8504C313-CF38-495E-9F22-63AF5ED2B5DA}" dt="2026-04-12T23:18:53.292" v="25" actId="47"/>
        <pc:sldMkLst>
          <pc:docMk/>
          <pc:sldMk cId="0" sldId="269"/>
        </pc:sldMkLst>
      </pc:sldChg>
      <pc:sldChg chg="del">
        <pc:chgData name="(s) Max Dempster" userId="f437bf03-7c26-474f-aedf-fabe539d3f82" providerId="ADAL" clId="{8504C313-CF38-495E-9F22-63AF5ED2B5DA}" dt="2026-04-12T23:18:53.742" v="26" actId="47"/>
        <pc:sldMkLst>
          <pc:docMk/>
          <pc:sldMk cId="0" sldId="270"/>
        </pc:sldMkLst>
      </pc:sldChg>
      <pc:sldChg chg="del">
        <pc:chgData name="(s) Max Dempster" userId="f437bf03-7c26-474f-aedf-fabe539d3f82" providerId="ADAL" clId="{8504C313-CF38-495E-9F22-63AF5ED2B5DA}" dt="2026-04-12T23:18:54.172" v="27" actId="47"/>
        <pc:sldMkLst>
          <pc:docMk/>
          <pc:sldMk cId="0" sldId="271"/>
        </pc:sldMkLst>
      </pc:sldChg>
      <pc:sldChg chg="del">
        <pc:chgData name="(s) Max Dempster" userId="f437bf03-7c26-474f-aedf-fabe539d3f82" providerId="ADAL" clId="{8504C313-CF38-495E-9F22-63AF5ED2B5DA}" dt="2026-04-12T23:18:54.609" v="28" actId="47"/>
        <pc:sldMkLst>
          <pc:docMk/>
          <pc:sldMk cId="0" sldId="272"/>
        </pc:sldMkLst>
      </pc:sldChg>
      <pc:sldChg chg="del">
        <pc:chgData name="(s) Max Dempster" userId="f437bf03-7c26-474f-aedf-fabe539d3f82" providerId="ADAL" clId="{8504C313-CF38-495E-9F22-63AF5ED2B5DA}" dt="2026-04-12T23:18:55.205" v="29" actId="47"/>
        <pc:sldMkLst>
          <pc:docMk/>
          <pc:sldMk cId="0" sldId="273"/>
        </pc:sldMkLst>
      </pc:sldChg>
      <pc:sldChg chg="del">
        <pc:chgData name="(s) Max Dempster" userId="f437bf03-7c26-474f-aedf-fabe539d3f82" providerId="ADAL" clId="{8504C313-CF38-495E-9F22-63AF5ED2B5DA}" dt="2026-04-12T23:18:55.728" v="30" actId="47"/>
        <pc:sldMkLst>
          <pc:docMk/>
          <pc:sldMk cId="0" sldId="274"/>
        </pc:sldMkLst>
      </pc:sldChg>
      <pc:sldChg chg="del">
        <pc:chgData name="(s) Max Dempster" userId="f437bf03-7c26-474f-aedf-fabe539d3f82" providerId="ADAL" clId="{8504C313-CF38-495E-9F22-63AF5ED2B5DA}" dt="2026-04-12T23:18:56.101" v="31" actId="47"/>
        <pc:sldMkLst>
          <pc:docMk/>
          <pc:sldMk cId="0" sldId="275"/>
        </pc:sldMkLst>
      </pc:sldChg>
      <pc:sldChg chg="del">
        <pc:chgData name="(s) Max Dempster" userId="f437bf03-7c26-474f-aedf-fabe539d3f82" providerId="ADAL" clId="{8504C313-CF38-495E-9F22-63AF5ED2B5DA}" dt="2026-04-12T23:18:56.432" v="32" actId="47"/>
        <pc:sldMkLst>
          <pc:docMk/>
          <pc:sldMk cId="0" sldId="276"/>
        </pc:sldMkLst>
      </pc:sldChg>
      <pc:sldChg chg="del">
        <pc:chgData name="(s) Max Dempster" userId="f437bf03-7c26-474f-aedf-fabe539d3f82" providerId="ADAL" clId="{8504C313-CF38-495E-9F22-63AF5ED2B5DA}" dt="2026-04-12T23:18:56.740" v="33" actId="47"/>
        <pc:sldMkLst>
          <pc:docMk/>
          <pc:sldMk cId="0" sldId="277"/>
        </pc:sldMkLst>
      </pc:sldChg>
      <pc:sldChg chg="del">
        <pc:chgData name="(s) Max Dempster" userId="f437bf03-7c26-474f-aedf-fabe539d3f82" providerId="ADAL" clId="{8504C313-CF38-495E-9F22-63AF5ED2B5DA}" dt="2026-04-12T23:18:57.364" v="34" actId="47"/>
        <pc:sldMkLst>
          <pc:docMk/>
          <pc:sldMk cId="0" sldId="278"/>
        </pc:sldMkLst>
      </pc:sldChg>
      <pc:sldChg chg="del">
        <pc:chgData name="(s) Max Dempster" userId="f437bf03-7c26-474f-aedf-fabe539d3f82" providerId="ADAL" clId="{8504C313-CF38-495E-9F22-63AF5ED2B5DA}" dt="2026-04-12T23:18:57.837" v="35" actId="47"/>
        <pc:sldMkLst>
          <pc:docMk/>
          <pc:sldMk cId="0" sldId="279"/>
        </pc:sldMkLst>
      </pc:sldChg>
      <pc:sldChg chg="del">
        <pc:chgData name="(s) Max Dempster" userId="f437bf03-7c26-474f-aedf-fabe539d3f82" providerId="ADAL" clId="{8504C313-CF38-495E-9F22-63AF5ED2B5DA}" dt="2026-04-12T23:18:58.234" v="36" actId="47"/>
        <pc:sldMkLst>
          <pc:docMk/>
          <pc:sldMk cId="0" sldId="280"/>
        </pc:sldMkLst>
      </pc:sldChg>
      <pc:sldChg chg="del">
        <pc:chgData name="(s) Max Dempster" userId="f437bf03-7c26-474f-aedf-fabe539d3f82" providerId="ADAL" clId="{8504C313-CF38-495E-9F22-63AF5ED2B5DA}" dt="2026-04-12T23:18:58.451" v="37" actId="47"/>
        <pc:sldMkLst>
          <pc:docMk/>
          <pc:sldMk cId="0" sldId="281"/>
        </pc:sldMkLst>
      </pc:sldChg>
      <pc:sldChg chg="del">
        <pc:chgData name="(s) Max Dempster" userId="f437bf03-7c26-474f-aedf-fabe539d3f82" providerId="ADAL" clId="{8504C313-CF38-495E-9F22-63AF5ED2B5DA}" dt="2026-04-12T23:18:58.974" v="38" actId="47"/>
        <pc:sldMkLst>
          <pc:docMk/>
          <pc:sldMk cId="0" sldId="282"/>
        </pc:sldMkLst>
      </pc:sldChg>
      <pc:sldChg chg="del">
        <pc:chgData name="(s) Max Dempster" userId="f437bf03-7c26-474f-aedf-fabe539d3f82" providerId="ADAL" clId="{8504C313-CF38-495E-9F22-63AF5ED2B5DA}" dt="2026-04-12T23:18:59.470" v="39" actId="47"/>
        <pc:sldMkLst>
          <pc:docMk/>
          <pc:sldMk cId="0" sldId="283"/>
        </pc:sldMkLst>
      </pc:sldChg>
      <pc:sldChg chg="del">
        <pc:chgData name="(s) Max Dempster" userId="f437bf03-7c26-474f-aedf-fabe539d3f82" providerId="ADAL" clId="{8504C313-CF38-495E-9F22-63AF5ED2B5DA}" dt="2026-04-12T23:19:00.005" v="40" actId="47"/>
        <pc:sldMkLst>
          <pc:docMk/>
          <pc:sldMk cId="0" sldId="284"/>
        </pc:sldMkLst>
      </pc:sldChg>
      <pc:sldChg chg="del">
        <pc:chgData name="(s) Max Dempster" userId="f437bf03-7c26-474f-aedf-fabe539d3f82" providerId="ADAL" clId="{8504C313-CF38-495E-9F22-63AF5ED2B5DA}" dt="2026-04-12T23:19:00.335" v="41" actId="47"/>
        <pc:sldMkLst>
          <pc:docMk/>
          <pc:sldMk cId="0" sldId="285"/>
        </pc:sldMkLst>
      </pc:sldChg>
      <pc:sldChg chg="del">
        <pc:chgData name="(s) Max Dempster" userId="f437bf03-7c26-474f-aedf-fabe539d3f82" providerId="ADAL" clId="{8504C313-CF38-495E-9F22-63AF5ED2B5DA}" dt="2026-04-12T23:19:00.604" v="42" actId="47"/>
        <pc:sldMkLst>
          <pc:docMk/>
          <pc:sldMk cId="0" sldId="286"/>
        </pc:sldMkLst>
      </pc:sldChg>
      <pc:sldChg chg="del">
        <pc:chgData name="(s) Max Dempster" userId="f437bf03-7c26-474f-aedf-fabe539d3f82" providerId="ADAL" clId="{8504C313-CF38-495E-9F22-63AF5ED2B5DA}" dt="2026-04-12T23:19:01.024" v="43" actId="47"/>
        <pc:sldMkLst>
          <pc:docMk/>
          <pc:sldMk cId="0" sldId="287"/>
        </pc:sldMkLst>
      </pc:sldChg>
      <pc:sldChg chg="del">
        <pc:chgData name="(s) Max Dempster" userId="f437bf03-7c26-474f-aedf-fabe539d3f82" providerId="ADAL" clId="{8504C313-CF38-495E-9F22-63AF5ED2B5DA}" dt="2026-04-12T23:19:01.406" v="44" actId="47"/>
        <pc:sldMkLst>
          <pc:docMk/>
          <pc:sldMk cId="0" sldId="288"/>
        </pc:sldMkLst>
      </pc:sldChg>
      <pc:sldChg chg="del">
        <pc:chgData name="(s) Max Dempster" userId="f437bf03-7c26-474f-aedf-fabe539d3f82" providerId="ADAL" clId="{8504C313-CF38-495E-9F22-63AF5ED2B5DA}" dt="2026-04-12T23:19:01.744" v="45" actId="47"/>
        <pc:sldMkLst>
          <pc:docMk/>
          <pc:sldMk cId="0" sldId="289"/>
        </pc:sldMkLst>
      </pc:sldChg>
      <pc:sldChg chg="del">
        <pc:chgData name="(s) Max Dempster" userId="f437bf03-7c26-474f-aedf-fabe539d3f82" providerId="ADAL" clId="{8504C313-CF38-495E-9F22-63AF5ED2B5DA}" dt="2026-04-12T23:19:02.169" v="46" actId="47"/>
        <pc:sldMkLst>
          <pc:docMk/>
          <pc:sldMk cId="0" sldId="290"/>
        </pc:sldMkLst>
      </pc:sldChg>
      <pc:sldChg chg="del">
        <pc:chgData name="(s) Max Dempster" userId="f437bf03-7c26-474f-aedf-fabe539d3f82" providerId="ADAL" clId="{8504C313-CF38-495E-9F22-63AF5ED2B5DA}" dt="2026-04-12T23:19:02.489" v="47" actId="47"/>
        <pc:sldMkLst>
          <pc:docMk/>
          <pc:sldMk cId="0" sldId="291"/>
        </pc:sldMkLst>
      </pc:sldChg>
      <pc:sldChg chg="del">
        <pc:chgData name="(s) Max Dempster" userId="f437bf03-7c26-474f-aedf-fabe539d3f82" providerId="ADAL" clId="{8504C313-CF38-495E-9F22-63AF5ED2B5DA}" dt="2026-04-12T23:19:02.886" v="48" actId="47"/>
        <pc:sldMkLst>
          <pc:docMk/>
          <pc:sldMk cId="0" sldId="292"/>
        </pc:sldMkLst>
      </pc:sldChg>
      <pc:sldChg chg="del">
        <pc:chgData name="(s) Max Dempster" userId="f437bf03-7c26-474f-aedf-fabe539d3f82" providerId="ADAL" clId="{8504C313-CF38-495E-9F22-63AF5ED2B5DA}" dt="2026-04-12T23:19:03.936" v="49" actId="47"/>
        <pc:sldMkLst>
          <pc:docMk/>
          <pc:sldMk cId="0" sldId="293"/>
        </pc:sldMkLst>
      </pc:sldChg>
      <pc:sldChg chg="modSp mod">
        <pc:chgData name="(s) Max Dempster" userId="f437bf03-7c26-474f-aedf-fabe539d3f82" providerId="ADAL" clId="{8504C313-CF38-495E-9F22-63AF5ED2B5DA}" dt="2026-04-12T23:31:42.782" v="351" actId="20577"/>
        <pc:sldMkLst>
          <pc:docMk/>
          <pc:sldMk cId="2384029759" sldId="298"/>
        </pc:sldMkLst>
        <pc:spChg chg="mod">
          <ac:chgData name="(s) Max Dempster" userId="f437bf03-7c26-474f-aedf-fabe539d3f82" providerId="ADAL" clId="{8504C313-CF38-495E-9F22-63AF5ED2B5DA}" dt="2026-04-12T23:31:42.782" v="351" actId="20577"/>
          <ac:spMkLst>
            <pc:docMk/>
            <pc:sldMk cId="2384029759" sldId="298"/>
            <ac:spMk id="13" creationId="{03F2DFAE-5445-8EAA-D8C6-D8A84620A984}"/>
          </ac:spMkLst>
        </pc:spChg>
      </pc:sldChg>
      <pc:sldChg chg="addSp delSp modSp mod">
        <pc:chgData name="(s) Max Dempster" userId="f437bf03-7c26-474f-aedf-fabe539d3f82" providerId="ADAL" clId="{8504C313-CF38-495E-9F22-63AF5ED2B5DA}" dt="2026-04-12T23:29:21.513" v="324" actId="14100"/>
        <pc:sldMkLst>
          <pc:docMk/>
          <pc:sldMk cId="4077581152" sldId="303"/>
        </pc:sldMkLst>
        <pc:spChg chg="del">
          <ac:chgData name="(s) Max Dempster" userId="f437bf03-7c26-474f-aedf-fabe539d3f82" providerId="ADAL" clId="{8504C313-CF38-495E-9F22-63AF5ED2B5DA}" dt="2026-04-12T23:20:33.995" v="60" actId="478"/>
          <ac:spMkLst>
            <pc:docMk/>
            <pc:sldMk cId="4077581152" sldId="303"/>
            <ac:spMk id="2" creationId="{F0BB142C-D54D-8EA9-7EE6-A0F5E616F8CE}"/>
          </ac:spMkLst>
        </pc:spChg>
        <pc:spChg chg="add mod">
          <ac:chgData name="(s) Max Dempster" userId="f437bf03-7c26-474f-aedf-fabe539d3f82" providerId="ADAL" clId="{8504C313-CF38-495E-9F22-63AF5ED2B5DA}" dt="2026-04-12T23:20:54.730" v="64" actId="14100"/>
          <ac:spMkLst>
            <pc:docMk/>
            <pc:sldMk cId="4077581152" sldId="303"/>
            <ac:spMk id="3" creationId="{0D1F033C-70C0-47C1-1F3C-710F61ED0DC3}"/>
          </ac:spMkLst>
        </pc:spChg>
        <pc:spChg chg="add mod">
          <ac:chgData name="(s) Max Dempster" userId="f437bf03-7c26-474f-aedf-fabe539d3f82" providerId="ADAL" clId="{8504C313-CF38-495E-9F22-63AF5ED2B5DA}" dt="2026-04-12T23:21:17.822" v="68" actId="1076"/>
          <ac:spMkLst>
            <pc:docMk/>
            <pc:sldMk cId="4077581152" sldId="303"/>
            <ac:spMk id="4" creationId="{01B7E0DA-508D-5DB9-C197-DFEE2594A874}"/>
          </ac:spMkLst>
        </pc:spChg>
        <pc:spChg chg="add mod">
          <ac:chgData name="(s) Max Dempster" userId="f437bf03-7c26-474f-aedf-fabe539d3f82" providerId="ADAL" clId="{8504C313-CF38-495E-9F22-63AF5ED2B5DA}" dt="2026-04-12T23:29:21.513" v="324" actId="14100"/>
          <ac:spMkLst>
            <pc:docMk/>
            <pc:sldMk cId="4077581152" sldId="303"/>
            <ac:spMk id="5" creationId="{83CD7447-3C16-7308-9B47-7D8588BC89BF}"/>
          </ac:spMkLst>
        </pc:spChg>
        <pc:picChg chg="del">
          <ac:chgData name="(s) Max Dempster" userId="f437bf03-7c26-474f-aedf-fabe539d3f82" providerId="ADAL" clId="{8504C313-CF38-495E-9F22-63AF5ED2B5DA}" dt="2026-04-12T23:20:47.684" v="63" actId="478"/>
          <ac:picMkLst>
            <pc:docMk/>
            <pc:sldMk cId="4077581152" sldId="303"/>
            <ac:picMk id="12" creationId="{E2D7ABF0-6C85-3091-5D9F-ED40774D4CDA}"/>
          </ac:picMkLst>
        </pc:picChg>
      </pc:sldChg>
      <pc:sldChg chg="addSp delSp add del mod setBg">
        <pc:chgData name="(s) Max Dempster" userId="f437bf03-7c26-474f-aedf-fabe539d3f82" providerId="ADAL" clId="{8504C313-CF38-495E-9F22-63AF5ED2B5DA}" dt="2026-04-12T23:22:22.486" v="83"/>
        <pc:sldMkLst>
          <pc:docMk/>
          <pc:sldMk cId="915239119" sldId="309"/>
        </pc:sldMkLst>
        <pc:picChg chg="add del">
          <ac:chgData name="(s) Max Dempster" userId="f437bf03-7c26-474f-aedf-fabe539d3f82" providerId="ADAL" clId="{8504C313-CF38-495E-9F22-63AF5ED2B5DA}" dt="2026-04-12T23:22:21.972" v="82" actId="478"/>
          <ac:picMkLst>
            <pc:docMk/>
            <pc:sldMk cId="915239119" sldId="309"/>
            <ac:picMk id="5" creationId="{F3101227-0F66-0C98-B215-FB268E23543F}"/>
          </ac:picMkLst>
        </pc:picChg>
      </pc:sldChg>
      <pc:sldChg chg="addSp delSp modSp add mod">
        <pc:chgData name="(s) Max Dempster" userId="f437bf03-7c26-474f-aedf-fabe539d3f82" providerId="ADAL" clId="{8504C313-CF38-495E-9F22-63AF5ED2B5DA}" dt="2026-04-12T23:27:47.274" v="131" actId="1076"/>
        <pc:sldMkLst>
          <pc:docMk/>
          <pc:sldMk cId="2501295356" sldId="309"/>
        </pc:sldMkLst>
        <pc:spChg chg="add mod ord">
          <ac:chgData name="(s) Max Dempster" userId="f437bf03-7c26-474f-aedf-fabe539d3f82" providerId="ADAL" clId="{8504C313-CF38-495E-9F22-63AF5ED2B5DA}" dt="2026-04-12T23:27:32.745" v="126" actId="1076"/>
          <ac:spMkLst>
            <pc:docMk/>
            <pc:sldMk cId="2501295356" sldId="309"/>
            <ac:spMk id="2" creationId="{F9A34DDA-5134-0971-B378-2BBAB180B750}"/>
          </ac:spMkLst>
        </pc:spChg>
        <pc:spChg chg="del">
          <ac:chgData name="(s) Max Dempster" userId="f437bf03-7c26-474f-aedf-fabe539d3f82" providerId="ADAL" clId="{8504C313-CF38-495E-9F22-63AF5ED2B5DA}" dt="2026-04-12T23:22:59.106" v="92" actId="478"/>
          <ac:spMkLst>
            <pc:docMk/>
            <pc:sldMk cId="2501295356" sldId="309"/>
            <ac:spMk id="3" creationId="{7BE3A980-4492-31FD-1FC2-4AD738CA40DA}"/>
          </ac:spMkLst>
        </pc:spChg>
        <pc:spChg chg="del">
          <ac:chgData name="(s) Max Dempster" userId="f437bf03-7c26-474f-aedf-fabe539d3f82" providerId="ADAL" clId="{8504C313-CF38-495E-9F22-63AF5ED2B5DA}" dt="2026-04-12T23:23:02.307" v="93" actId="478"/>
          <ac:spMkLst>
            <pc:docMk/>
            <pc:sldMk cId="2501295356" sldId="309"/>
            <ac:spMk id="5" creationId="{060C5C0D-0FFD-5F89-4F08-5B362090C5B6}"/>
          </ac:spMkLst>
        </pc:spChg>
        <pc:spChg chg="add mod">
          <ac:chgData name="(s) Max Dempster" userId="f437bf03-7c26-474f-aedf-fabe539d3f82" providerId="ADAL" clId="{8504C313-CF38-495E-9F22-63AF5ED2B5DA}" dt="2026-04-12T23:27:47.274" v="131" actId="1076"/>
          <ac:spMkLst>
            <pc:docMk/>
            <pc:sldMk cId="2501295356" sldId="309"/>
            <ac:spMk id="6" creationId="{B3A5B59A-4B94-57AC-A67E-89F42361AA6F}"/>
          </ac:spMkLst>
        </pc:spChg>
        <pc:spChg chg="add mod">
          <ac:chgData name="(s) Max Dempster" userId="f437bf03-7c26-474f-aedf-fabe539d3f82" providerId="ADAL" clId="{8504C313-CF38-495E-9F22-63AF5ED2B5DA}" dt="2026-04-12T23:27:39.463" v="129" actId="1076"/>
          <ac:spMkLst>
            <pc:docMk/>
            <pc:sldMk cId="2501295356" sldId="309"/>
            <ac:spMk id="7" creationId="{62BD77D4-0536-BA7C-EECF-A10003FC9722}"/>
          </ac:spMkLst>
        </pc:spChg>
        <pc:spChg chg="add del mod">
          <ac:chgData name="(s) Max Dempster" userId="f437bf03-7c26-474f-aedf-fabe539d3f82" providerId="ADAL" clId="{8504C313-CF38-495E-9F22-63AF5ED2B5DA}" dt="2026-04-12T23:23:44.898" v="108" actId="478"/>
          <ac:spMkLst>
            <pc:docMk/>
            <pc:sldMk cId="2501295356" sldId="309"/>
            <ac:spMk id="8" creationId="{57FEFA21-3EE8-959E-C4F5-5877600D2B4D}"/>
          </ac:spMkLst>
        </pc:spChg>
      </pc:sldChg>
      <pc:sldChg chg="add del setBg">
        <pc:chgData name="(s) Max Dempster" userId="f437bf03-7c26-474f-aedf-fabe539d3f82" providerId="ADAL" clId="{8504C313-CF38-495E-9F22-63AF5ED2B5DA}" dt="2026-04-12T23:22:35.254" v="87"/>
        <pc:sldMkLst>
          <pc:docMk/>
          <pc:sldMk cId="3166217130" sldId="309"/>
        </pc:sldMkLst>
      </pc:sldChg>
      <pc:sldChg chg="add del setBg">
        <pc:chgData name="(s) Max Dempster" userId="f437bf03-7c26-474f-aedf-fabe539d3f82" providerId="ADAL" clId="{8504C313-CF38-495E-9F22-63AF5ED2B5DA}" dt="2026-04-12T23:22:44.911" v="89"/>
        <pc:sldMkLst>
          <pc:docMk/>
          <pc:sldMk cId="3419598325" sldId="309"/>
        </pc:sldMkLst>
      </pc:sldChg>
      <pc:sldChg chg="add del setBg">
        <pc:chgData name="(s) Max Dempster" userId="f437bf03-7c26-474f-aedf-fabe539d3f82" providerId="ADAL" clId="{8504C313-CF38-495E-9F22-63AF5ED2B5DA}" dt="2026-04-12T23:22:29.126" v="85" actId="47"/>
        <pc:sldMkLst>
          <pc:docMk/>
          <pc:sldMk cId="4199177352" sldId="309"/>
        </pc:sldMkLst>
      </pc:sldChg>
      <pc:sldChg chg="add del setBg">
        <pc:chgData name="(s) Max Dempster" userId="f437bf03-7c26-474f-aedf-fabe539d3f82" providerId="ADAL" clId="{8504C313-CF38-495E-9F22-63AF5ED2B5DA}" dt="2026-04-12T23:22:21.614" v="81"/>
        <pc:sldMkLst>
          <pc:docMk/>
          <pc:sldMk cId="4052152648" sldId="310"/>
        </pc:sldMkLst>
      </pc:sldChg>
      <pc:sldMasterChg chg="delSldLayout">
        <pc:chgData name="(s) Max Dempster" userId="f437bf03-7c26-474f-aedf-fabe539d3f82" providerId="ADAL" clId="{8504C313-CF38-495E-9F22-63AF5ED2B5DA}" dt="2026-04-12T23:18:57.364" v="34" actId="47"/>
        <pc:sldMasterMkLst>
          <pc:docMk/>
          <pc:sldMasterMk cId="0" sldId="2147483678"/>
        </pc:sldMasterMkLst>
        <pc:sldLayoutChg chg="del">
          <pc:chgData name="(s) Max Dempster" userId="f437bf03-7c26-474f-aedf-fabe539d3f82" providerId="ADAL" clId="{8504C313-CF38-495E-9F22-63AF5ED2B5DA}" dt="2026-04-12T23:18:44.188" v="12" actId="47"/>
          <pc:sldLayoutMkLst>
            <pc:docMk/>
            <pc:sldMasterMk cId="0" sldId="2147483678"/>
            <pc:sldLayoutMk cId="0" sldId="2147483648"/>
          </pc:sldLayoutMkLst>
        </pc:sldLayoutChg>
        <pc:sldLayoutChg chg="del">
          <pc:chgData name="(s) Max Dempster" userId="f437bf03-7c26-474f-aedf-fabe539d3f82" providerId="ADAL" clId="{8504C313-CF38-495E-9F22-63AF5ED2B5DA}" dt="2026-04-12T23:18:49.208" v="16" actId="47"/>
          <pc:sldLayoutMkLst>
            <pc:docMk/>
            <pc:sldMasterMk cId="0" sldId="2147483678"/>
            <pc:sldLayoutMk cId="0" sldId="2147483649"/>
          </pc:sldLayoutMkLst>
        </pc:sldLayoutChg>
        <pc:sldLayoutChg chg="del">
          <pc:chgData name="(s) Max Dempster" userId="f437bf03-7c26-474f-aedf-fabe539d3f82" providerId="ADAL" clId="{8504C313-CF38-495E-9F22-63AF5ED2B5DA}" dt="2026-04-12T23:18:56.740" v="33" actId="47"/>
          <pc:sldLayoutMkLst>
            <pc:docMk/>
            <pc:sldMasterMk cId="0" sldId="2147483678"/>
            <pc:sldLayoutMk cId="0" sldId="2147483650"/>
          </pc:sldLayoutMkLst>
        </pc:sldLayoutChg>
        <pc:sldLayoutChg chg="del">
          <pc:chgData name="(s) Max Dempster" userId="f437bf03-7c26-474f-aedf-fabe539d3f82" providerId="ADAL" clId="{8504C313-CF38-495E-9F22-63AF5ED2B5DA}" dt="2026-04-12T23:18:49.780" v="17" actId="47"/>
          <pc:sldLayoutMkLst>
            <pc:docMk/>
            <pc:sldMasterMk cId="0" sldId="2147483678"/>
            <pc:sldLayoutMk cId="0" sldId="2147483651"/>
          </pc:sldLayoutMkLst>
        </pc:sldLayoutChg>
        <pc:sldLayoutChg chg="del">
          <pc:chgData name="(s) Max Dempster" userId="f437bf03-7c26-474f-aedf-fabe539d3f82" providerId="ADAL" clId="{8504C313-CF38-495E-9F22-63AF5ED2B5DA}" dt="2026-04-12T23:18:55.728" v="30" actId="47"/>
          <pc:sldLayoutMkLst>
            <pc:docMk/>
            <pc:sldMasterMk cId="0" sldId="2147483678"/>
            <pc:sldLayoutMk cId="0" sldId="2147483652"/>
          </pc:sldLayoutMkLst>
        </pc:sldLayoutChg>
        <pc:sldLayoutChg chg="del">
          <pc:chgData name="(s) Max Dempster" userId="f437bf03-7c26-474f-aedf-fabe539d3f82" providerId="ADAL" clId="{8504C313-CF38-495E-9F22-63AF5ED2B5DA}" dt="2026-04-12T23:18:48.583" v="15" actId="47"/>
          <pc:sldLayoutMkLst>
            <pc:docMk/>
            <pc:sldMasterMk cId="0" sldId="2147483678"/>
            <pc:sldLayoutMk cId="0" sldId="2147483653"/>
          </pc:sldLayoutMkLst>
        </pc:sldLayoutChg>
        <pc:sldLayoutChg chg="del">
          <pc:chgData name="(s) Max Dempster" userId="f437bf03-7c26-474f-aedf-fabe539d3f82" providerId="ADAL" clId="{8504C313-CF38-495E-9F22-63AF5ED2B5DA}" dt="2026-04-12T23:18:52.018" v="22" actId="47"/>
          <pc:sldLayoutMkLst>
            <pc:docMk/>
            <pc:sldMasterMk cId="0" sldId="2147483678"/>
            <pc:sldLayoutMk cId="0" sldId="2147483657"/>
          </pc:sldLayoutMkLst>
        </pc:sldLayoutChg>
        <pc:sldLayoutChg chg="del">
          <pc:chgData name="(s) Max Dempster" userId="f437bf03-7c26-474f-aedf-fabe539d3f82" providerId="ADAL" clId="{8504C313-CF38-495E-9F22-63AF5ED2B5DA}" dt="2026-04-12T23:18:47.807" v="14" actId="47"/>
          <pc:sldLayoutMkLst>
            <pc:docMk/>
            <pc:sldMasterMk cId="0" sldId="2147483678"/>
            <pc:sldLayoutMk cId="0" sldId="2147483659"/>
          </pc:sldLayoutMkLst>
        </pc:sldLayoutChg>
        <pc:sldLayoutChg chg="del">
          <pc:chgData name="(s) Max Dempster" userId="f437bf03-7c26-474f-aedf-fabe539d3f82" providerId="ADAL" clId="{8504C313-CF38-495E-9F22-63AF5ED2B5DA}" dt="2026-04-12T23:18:50.287" v="18" actId="47"/>
          <pc:sldLayoutMkLst>
            <pc:docMk/>
            <pc:sldMasterMk cId="0" sldId="2147483678"/>
            <pc:sldLayoutMk cId="0" sldId="2147483660"/>
          </pc:sldLayoutMkLst>
        </pc:sldLayoutChg>
        <pc:sldLayoutChg chg="del">
          <pc:chgData name="(s) Max Dempster" userId="f437bf03-7c26-474f-aedf-fabe539d3f82" providerId="ADAL" clId="{8504C313-CF38-495E-9F22-63AF5ED2B5DA}" dt="2026-04-12T23:18:50.720" v="19" actId="47"/>
          <pc:sldLayoutMkLst>
            <pc:docMk/>
            <pc:sldMasterMk cId="0" sldId="2147483678"/>
            <pc:sldLayoutMk cId="0" sldId="2147483661"/>
          </pc:sldLayoutMkLst>
        </pc:sldLayoutChg>
        <pc:sldLayoutChg chg="del">
          <pc:chgData name="(s) Max Dempster" userId="f437bf03-7c26-474f-aedf-fabe539d3f82" providerId="ADAL" clId="{8504C313-CF38-495E-9F22-63AF5ED2B5DA}" dt="2026-04-12T23:18:51.087" v="20" actId="47"/>
          <pc:sldLayoutMkLst>
            <pc:docMk/>
            <pc:sldMasterMk cId="0" sldId="2147483678"/>
            <pc:sldLayoutMk cId="0" sldId="2147483662"/>
          </pc:sldLayoutMkLst>
        </pc:sldLayoutChg>
        <pc:sldLayoutChg chg="del">
          <pc:chgData name="(s) Max Dempster" userId="f437bf03-7c26-474f-aedf-fabe539d3f82" providerId="ADAL" clId="{8504C313-CF38-495E-9F22-63AF5ED2B5DA}" dt="2026-04-12T23:18:57.364" v="34" actId="47"/>
          <pc:sldLayoutMkLst>
            <pc:docMk/>
            <pc:sldMasterMk cId="0" sldId="2147483678"/>
            <pc:sldLayoutMk cId="0" sldId="2147483663"/>
          </pc:sldLayoutMkLst>
        </pc:sldLayoutChg>
        <pc:sldLayoutChg chg="del">
          <pc:chgData name="(s) Max Dempster" userId="f437bf03-7c26-474f-aedf-fabe539d3f82" providerId="ADAL" clId="{8504C313-CF38-495E-9F22-63AF5ED2B5DA}" dt="2026-04-12T23:18:51.573" v="21" actId="47"/>
          <pc:sldLayoutMkLst>
            <pc:docMk/>
            <pc:sldMasterMk cId="0" sldId="2147483678"/>
            <pc:sldLayoutMk cId="0" sldId="2147483664"/>
          </pc:sldLayoutMkLst>
        </pc:sldLayoutChg>
        <pc:sldLayoutChg chg="del">
          <pc:chgData name="(s) Max Dempster" userId="f437bf03-7c26-474f-aedf-fabe539d3f82" providerId="ADAL" clId="{8504C313-CF38-495E-9F22-63AF5ED2B5DA}" dt="2026-04-12T23:18:46.674" v="13" actId="47"/>
          <pc:sldLayoutMkLst>
            <pc:docMk/>
            <pc:sldMasterMk cId="0" sldId="2147483678"/>
            <pc:sldLayoutMk cId="0" sldId="2147483665"/>
          </pc:sldLayoutMkLst>
        </pc:sldLayoutChg>
        <pc:sldLayoutChg chg="del">
          <pc:chgData name="(s) Max Dempster" userId="f437bf03-7c26-474f-aedf-fabe539d3f82" providerId="ADAL" clId="{8504C313-CF38-495E-9F22-63AF5ED2B5DA}" dt="2026-04-12T23:18:52.859" v="24" actId="47"/>
          <pc:sldLayoutMkLst>
            <pc:docMk/>
            <pc:sldMasterMk cId="0" sldId="2147483678"/>
            <pc:sldLayoutMk cId="0" sldId="2147483666"/>
          </pc:sldLayoutMkLst>
        </pc:sldLayoutChg>
        <pc:sldLayoutChg chg="del">
          <pc:chgData name="(s) Max Dempster" userId="f437bf03-7c26-474f-aedf-fabe539d3f82" providerId="ADAL" clId="{8504C313-CF38-495E-9F22-63AF5ED2B5DA}" dt="2026-04-12T23:18:52.454" v="23" actId="47"/>
          <pc:sldLayoutMkLst>
            <pc:docMk/>
            <pc:sldMasterMk cId="0" sldId="2147483678"/>
            <pc:sldLayoutMk cId="0" sldId="2147483667"/>
          </pc:sldLayoutMkLst>
        </pc:sldLayoutChg>
        <pc:sldLayoutChg chg="del">
          <pc:chgData name="(s) Max Dempster" userId="f437bf03-7c26-474f-aedf-fabe539d3f82" providerId="ADAL" clId="{8504C313-CF38-495E-9F22-63AF5ED2B5DA}" dt="2026-04-12T23:18:53.292" v="25" actId="47"/>
          <pc:sldLayoutMkLst>
            <pc:docMk/>
            <pc:sldMasterMk cId="0" sldId="2147483678"/>
            <pc:sldLayoutMk cId="0" sldId="2147483668"/>
          </pc:sldLayoutMkLst>
        </pc:sldLayoutChg>
        <pc:sldLayoutChg chg="del">
          <pc:chgData name="(s) Max Dempster" userId="f437bf03-7c26-474f-aedf-fabe539d3f82" providerId="ADAL" clId="{8504C313-CF38-495E-9F22-63AF5ED2B5DA}" dt="2026-04-12T23:18:53.742" v="26" actId="47"/>
          <pc:sldLayoutMkLst>
            <pc:docMk/>
            <pc:sldMasterMk cId="0" sldId="2147483678"/>
            <pc:sldLayoutMk cId="0" sldId="2147483669"/>
          </pc:sldLayoutMkLst>
        </pc:sldLayoutChg>
        <pc:sldLayoutChg chg="del">
          <pc:chgData name="(s) Max Dempster" userId="f437bf03-7c26-474f-aedf-fabe539d3f82" providerId="ADAL" clId="{8504C313-CF38-495E-9F22-63AF5ED2B5DA}" dt="2026-04-12T23:18:54.172" v="27" actId="47"/>
          <pc:sldLayoutMkLst>
            <pc:docMk/>
            <pc:sldMasterMk cId="0" sldId="2147483678"/>
            <pc:sldLayoutMk cId="0" sldId="2147483670"/>
          </pc:sldLayoutMkLst>
        </pc:sldLayoutChg>
        <pc:sldLayoutChg chg="del">
          <pc:chgData name="(s) Max Dempster" userId="f437bf03-7c26-474f-aedf-fabe539d3f82" providerId="ADAL" clId="{8504C313-CF38-495E-9F22-63AF5ED2B5DA}" dt="2026-04-12T23:18:56.432" v="32" actId="47"/>
          <pc:sldLayoutMkLst>
            <pc:docMk/>
            <pc:sldMasterMk cId="0" sldId="2147483678"/>
            <pc:sldLayoutMk cId="0" sldId="2147483671"/>
          </pc:sldLayoutMkLst>
        </pc:sldLayoutChg>
        <pc:sldLayoutChg chg="del">
          <pc:chgData name="(s) Max Dempster" userId="f437bf03-7c26-474f-aedf-fabe539d3f82" providerId="ADAL" clId="{8504C313-CF38-495E-9F22-63AF5ED2B5DA}" dt="2026-04-12T23:18:55.205" v="29" actId="47"/>
          <pc:sldLayoutMkLst>
            <pc:docMk/>
            <pc:sldMasterMk cId="0" sldId="2147483678"/>
            <pc:sldLayoutMk cId="0" sldId="2147483672"/>
          </pc:sldLayoutMkLst>
        </pc:sldLayoutChg>
        <pc:sldLayoutChg chg="del">
          <pc:chgData name="(s) Max Dempster" userId="f437bf03-7c26-474f-aedf-fabe539d3f82" providerId="ADAL" clId="{8504C313-CF38-495E-9F22-63AF5ED2B5DA}" dt="2026-04-12T23:18:56.101" v="31" actId="47"/>
          <pc:sldLayoutMkLst>
            <pc:docMk/>
            <pc:sldMasterMk cId="0" sldId="2147483678"/>
            <pc:sldLayoutMk cId="0" sldId="2147483673"/>
          </pc:sldLayoutMkLst>
        </pc:sldLayoutChg>
      </pc:sldMasterChg>
      <pc:sldMasterChg chg="del delSldLayout">
        <pc:chgData name="(s) Max Dempster" userId="f437bf03-7c26-474f-aedf-fabe539d3f82" providerId="ADAL" clId="{8504C313-CF38-495E-9F22-63AF5ED2B5DA}" dt="2026-04-12T23:19:03.936" v="49" actId="47"/>
        <pc:sldMasterMkLst>
          <pc:docMk/>
          <pc:sldMasterMk cId="0" sldId="2147483679"/>
        </pc:sldMasterMkLst>
        <pc:sldLayoutChg chg="del">
          <pc:chgData name="(s) Max Dempster" userId="f437bf03-7c26-474f-aedf-fabe539d3f82" providerId="ADAL" clId="{8504C313-CF38-495E-9F22-63AF5ED2B5DA}" dt="2026-04-12T23:19:03.936" v="49" actId="47"/>
          <pc:sldLayoutMkLst>
            <pc:docMk/>
            <pc:sldMasterMk cId="0" sldId="2147483679"/>
            <pc:sldLayoutMk cId="0" sldId="2147483676"/>
          </pc:sldLayoutMkLst>
        </pc:sldLayoutChg>
        <pc:sldLayoutChg chg="del">
          <pc:chgData name="(s) Max Dempster" userId="f437bf03-7c26-474f-aedf-fabe539d3f82" providerId="ADAL" clId="{8504C313-CF38-495E-9F22-63AF5ED2B5DA}" dt="2026-04-12T23:19:01.744" v="45" actId="47"/>
          <pc:sldLayoutMkLst>
            <pc:docMk/>
            <pc:sldMasterMk cId="0" sldId="2147483679"/>
            <pc:sldLayoutMk cId="0" sldId="2147483677"/>
          </pc:sldLayoutMkLst>
        </pc:sldLayoutChg>
      </pc:sldMasterChg>
    </pc:docChg>
  </pc:docChgLst>
  <pc:docChgLst>
    <pc:chgData name="(s) Daniel Lingam" userId="d787cb57-72bd-4abd-b998-aa63e2b36364" providerId="ADAL" clId="{A53EC9D8-EE8B-4404-A025-3E6E11792DC8}"/>
    <pc:docChg chg="custSel addSld delSld modSld">
      <pc:chgData name="(s) Daniel Lingam" userId="d787cb57-72bd-4abd-b998-aa63e2b36364" providerId="ADAL" clId="{A53EC9D8-EE8B-4404-A025-3E6E11792DC8}" dt="2026-04-12T23:59:19.435" v="25" actId="255"/>
      <pc:docMkLst>
        <pc:docMk/>
      </pc:docMkLst>
      <pc:sldChg chg="addSp delSp modSp add del mod setBg">
        <pc:chgData name="(s) Daniel Lingam" userId="d787cb57-72bd-4abd-b998-aa63e2b36364" providerId="ADAL" clId="{A53EC9D8-EE8B-4404-A025-3E6E11792DC8}" dt="2026-04-12T23:52:50.669" v="23" actId="1076"/>
        <pc:sldMkLst>
          <pc:docMk/>
          <pc:sldMk cId="0" sldId="256"/>
        </pc:sldMkLst>
        <pc:picChg chg="add del mod">
          <ac:chgData name="(s) Daniel Lingam" userId="d787cb57-72bd-4abd-b998-aa63e2b36364" providerId="ADAL" clId="{A53EC9D8-EE8B-4404-A025-3E6E11792DC8}" dt="2026-04-12T23:51:07.836" v="12" actId="478"/>
          <ac:picMkLst>
            <pc:docMk/>
            <pc:sldMk cId="0" sldId="256"/>
            <ac:picMk id="25" creationId="{C263DF88-D4C8-11CF-D1E5-8C6E17063C63}"/>
          </ac:picMkLst>
        </pc:picChg>
        <pc:picChg chg="add mod">
          <ac:chgData name="(s) Daniel Lingam" userId="d787cb57-72bd-4abd-b998-aa63e2b36364" providerId="ADAL" clId="{A53EC9D8-EE8B-4404-A025-3E6E11792DC8}" dt="2026-04-12T23:52:50.669" v="23" actId="1076"/>
          <ac:picMkLst>
            <pc:docMk/>
            <pc:sldMk cId="0" sldId="256"/>
            <ac:picMk id="26" creationId="{40F992E2-35C7-9492-24A9-0C735835368E}"/>
          </ac:picMkLst>
        </pc:picChg>
      </pc:sldChg>
      <pc:sldChg chg="del">
        <pc:chgData name="(s) Daniel Lingam" userId="d787cb57-72bd-4abd-b998-aa63e2b36364" providerId="ADAL" clId="{A53EC9D8-EE8B-4404-A025-3E6E11792DC8}" dt="2026-04-12T23:50:39.562" v="9" actId="2696"/>
        <pc:sldMkLst>
          <pc:docMk/>
          <pc:sldMk cId="2384029759" sldId="298"/>
        </pc:sldMkLst>
      </pc:sldChg>
      <pc:sldChg chg="addSp delSp mod">
        <pc:chgData name="(s) Daniel Lingam" userId="d787cb57-72bd-4abd-b998-aa63e2b36364" providerId="ADAL" clId="{A53EC9D8-EE8B-4404-A025-3E6E11792DC8}" dt="2026-04-12T23:48:26.654" v="5" actId="478"/>
        <pc:sldMkLst>
          <pc:docMk/>
          <pc:sldMk cId="602641385" sldId="299"/>
        </pc:sldMkLst>
        <pc:spChg chg="add del">
          <ac:chgData name="(s) Daniel Lingam" userId="d787cb57-72bd-4abd-b998-aa63e2b36364" providerId="ADAL" clId="{A53EC9D8-EE8B-4404-A025-3E6E11792DC8}" dt="2026-04-12T23:48:26.654" v="5" actId="478"/>
          <ac:spMkLst>
            <pc:docMk/>
            <pc:sldMk cId="602641385" sldId="299"/>
            <ac:spMk id="6" creationId="{30015850-D46E-5FA1-4199-039C29F31FE9}"/>
          </ac:spMkLst>
        </pc:spChg>
      </pc:sldChg>
      <pc:sldChg chg="modSp mod">
        <pc:chgData name="(s) Daniel Lingam" userId="d787cb57-72bd-4abd-b998-aa63e2b36364" providerId="ADAL" clId="{A53EC9D8-EE8B-4404-A025-3E6E11792DC8}" dt="2026-04-12T23:59:19.435" v="25" actId="255"/>
        <pc:sldMkLst>
          <pc:docMk/>
          <pc:sldMk cId="3612488610" sldId="305"/>
        </pc:sldMkLst>
        <pc:spChg chg="mod">
          <ac:chgData name="(s) Daniel Lingam" userId="d787cb57-72bd-4abd-b998-aa63e2b36364" providerId="ADAL" clId="{A53EC9D8-EE8B-4404-A025-3E6E11792DC8}" dt="2026-04-12T23:59:19.435" v="25" actId="255"/>
          <ac:spMkLst>
            <pc:docMk/>
            <pc:sldMk cId="3612488610" sldId="305"/>
            <ac:spMk id="2" creationId="{0BA69F6B-A47C-4234-19E4-B04F2E7FFA8B}"/>
          </ac:spMkLst>
        </pc:spChg>
      </pc:sldChg>
      <pc:sldChg chg="modSp mod">
        <pc:chgData name="(s) Daniel Lingam" userId="d787cb57-72bd-4abd-b998-aa63e2b36364" providerId="ADAL" clId="{A53EC9D8-EE8B-4404-A025-3E6E11792DC8}" dt="2026-04-12T23:52:22.082" v="20" actId="207"/>
        <pc:sldMkLst>
          <pc:docMk/>
          <pc:sldMk cId="207736496" sldId="308"/>
        </pc:sldMkLst>
        <pc:spChg chg="mod">
          <ac:chgData name="(s) Daniel Lingam" userId="d787cb57-72bd-4abd-b998-aa63e2b36364" providerId="ADAL" clId="{A53EC9D8-EE8B-4404-A025-3E6E11792DC8}" dt="2026-04-12T23:52:22.082" v="20" actId="207"/>
          <ac:spMkLst>
            <pc:docMk/>
            <pc:sldMk cId="207736496" sldId="308"/>
            <ac:spMk id="22" creationId="{A08D4C65-E6BC-90FD-0273-BFB93DB584D8}"/>
          </ac:spMkLst>
        </pc:spChg>
      </pc:sldChg>
      <pc:sldChg chg="new del">
        <pc:chgData name="(s) Daniel Lingam" userId="d787cb57-72bd-4abd-b998-aa63e2b36364" providerId="ADAL" clId="{A53EC9D8-EE8B-4404-A025-3E6E11792DC8}" dt="2026-04-12T21:55:37.247" v="3" actId="2696"/>
        <pc:sldMkLst>
          <pc:docMk/>
          <pc:sldMk cId="592434148" sldId="308"/>
        </pc:sldMkLst>
      </pc:sldChg>
      <pc:sldChg chg="add del setBg">
        <pc:chgData name="(s) Daniel Lingam" userId="d787cb57-72bd-4abd-b998-aa63e2b36364" providerId="ADAL" clId="{A53EC9D8-EE8B-4404-A025-3E6E11792DC8}" dt="2026-04-12T21:55:32.433" v="2" actId="2696"/>
        <pc:sldMkLst>
          <pc:docMk/>
          <pc:sldMk cId="0" sldId="309"/>
        </pc:sldMkLst>
      </pc:sldChg>
    </pc:docChg>
  </pc:docChgLst>
  <pc:docChgLst>
    <pc:chgData name="(s) Nikitha Prabhakar" userId="S::wsnp@lunet.lboro.ac.uk::a4d21f57-1160-4d7d-884f-7a56b993f2d7" providerId="AD" clId="Web-{F3E16414-A366-33A2-8644-7AF77E6970C7}"/>
    <pc:docChg chg="modSld addSection delSection">
      <pc:chgData name="(s) Nikitha Prabhakar" userId="S::wsnp@lunet.lboro.ac.uk::a4d21f57-1160-4d7d-884f-7a56b993f2d7" providerId="AD" clId="Web-{F3E16414-A366-33A2-8644-7AF77E6970C7}" dt="2026-04-13T06:48:39.571" v="116"/>
      <pc:docMkLst>
        <pc:docMk/>
      </pc:docMkLst>
      <pc:sldChg chg="modSp">
        <pc:chgData name="(s) Nikitha Prabhakar" userId="S::wsnp@lunet.lboro.ac.uk::a4d21f57-1160-4d7d-884f-7a56b993f2d7" providerId="AD" clId="Web-{F3E16414-A366-33A2-8644-7AF77E6970C7}" dt="2026-04-13T06:48:02.099" v="114" actId="20577"/>
        <pc:sldMkLst>
          <pc:docMk/>
          <pc:sldMk cId="3255646467" sldId="306"/>
        </pc:sldMkLst>
        <pc:spChg chg="mod">
          <ac:chgData name="(s) Nikitha Prabhakar" userId="S::wsnp@lunet.lboro.ac.uk::a4d21f57-1160-4d7d-884f-7a56b993f2d7" providerId="AD" clId="Web-{F3E16414-A366-33A2-8644-7AF77E6970C7}" dt="2026-04-13T06:48:02.099" v="114" actId="20577"/>
          <ac:spMkLst>
            <pc:docMk/>
            <pc:sldMk cId="3255646467" sldId="306"/>
            <ac:spMk id="6" creationId="{20730A4A-7024-23EF-A749-98D77D0AF0FA}"/>
          </ac:spMkLst>
        </pc:spChg>
      </pc:sldChg>
      <pc:sldChg chg="addSp delSp modSp">
        <pc:chgData name="(s) Nikitha Prabhakar" userId="S::wsnp@lunet.lboro.ac.uk::a4d21f57-1160-4d7d-884f-7a56b993f2d7" providerId="AD" clId="Web-{F3E16414-A366-33A2-8644-7AF77E6970C7}" dt="2026-04-13T06:47:16.969" v="110" actId="20577"/>
        <pc:sldMkLst>
          <pc:docMk/>
          <pc:sldMk cId="475363957" sldId="307"/>
        </pc:sldMkLst>
        <pc:spChg chg="mod">
          <ac:chgData name="(s) Nikitha Prabhakar" userId="S::wsnp@lunet.lboro.ac.uk::a4d21f57-1160-4d7d-884f-7a56b993f2d7" providerId="AD" clId="Web-{F3E16414-A366-33A2-8644-7AF77E6970C7}" dt="2026-04-13T06:31:57.485" v="2" actId="1076"/>
          <ac:spMkLst>
            <pc:docMk/>
            <pc:sldMk cId="475363957" sldId="307"/>
            <ac:spMk id="4" creationId="{1D422C83-9F9D-6310-C299-6CB31F863B81}"/>
          </ac:spMkLst>
        </pc:spChg>
        <pc:spChg chg="del mod">
          <ac:chgData name="(s) Nikitha Prabhakar" userId="S::wsnp@lunet.lboro.ac.uk::a4d21f57-1160-4d7d-884f-7a56b993f2d7" providerId="AD" clId="Web-{F3E16414-A366-33A2-8644-7AF77E6970C7}" dt="2026-04-13T06:34:14.619" v="39"/>
          <ac:spMkLst>
            <pc:docMk/>
            <pc:sldMk cId="475363957" sldId="307"/>
            <ac:spMk id="5" creationId="{81BDDBF6-F18A-FD04-D106-DF8644BAB02C}"/>
          </ac:spMkLst>
        </pc:spChg>
        <pc:spChg chg="del mod">
          <ac:chgData name="(s) Nikitha Prabhakar" userId="S::wsnp@lunet.lboro.ac.uk::a4d21f57-1160-4d7d-884f-7a56b993f2d7" providerId="AD" clId="Web-{F3E16414-A366-33A2-8644-7AF77E6970C7}" dt="2026-04-13T06:33:58.884" v="34"/>
          <ac:spMkLst>
            <pc:docMk/>
            <pc:sldMk cId="475363957" sldId="307"/>
            <ac:spMk id="6" creationId="{8D76B9DE-4C89-458A-C512-70C4CEB1C0D0}"/>
          </ac:spMkLst>
        </pc:spChg>
        <pc:spChg chg="add del mod">
          <ac:chgData name="(s) Nikitha Prabhakar" userId="S::wsnp@lunet.lboro.ac.uk::a4d21f57-1160-4d7d-884f-7a56b993f2d7" providerId="AD" clId="Web-{F3E16414-A366-33A2-8644-7AF77E6970C7}" dt="2026-04-13T06:34:18.682" v="40"/>
          <ac:spMkLst>
            <pc:docMk/>
            <pc:sldMk cId="475363957" sldId="307"/>
            <ac:spMk id="7" creationId="{D8F0C670-FA2D-B1B1-DB48-1F1588B2BE03}"/>
          </ac:spMkLst>
        </pc:spChg>
        <pc:spChg chg="add del">
          <ac:chgData name="(s) Nikitha Prabhakar" userId="S::wsnp@lunet.lboro.ac.uk::a4d21f57-1160-4d7d-884f-7a56b993f2d7" providerId="AD" clId="Web-{F3E16414-A366-33A2-8644-7AF77E6970C7}" dt="2026-04-13T06:33:23.725" v="19"/>
          <ac:spMkLst>
            <pc:docMk/>
            <pc:sldMk cId="475363957" sldId="307"/>
            <ac:spMk id="9" creationId="{6B7BDBBB-45E3-5DEA-1F04-E6D6F3D8D418}"/>
          </ac:spMkLst>
        </pc:spChg>
        <pc:spChg chg="add del">
          <ac:chgData name="(s) Nikitha Prabhakar" userId="S::wsnp@lunet.lboro.ac.uk::a4d21f57-1160-4d7d-884f-7a56b993f2d7" providerId="AD" clId="Web-{F3E16414-A366-33A2-8644-7AF77E6970C7}" dt="2026-04-13T06:33:23.725" v="18"/>
          <ac:spMkLst>
            <pc:docMk/>
            <pc:sldMk cId="475363957" sldId="307"/>
            <ac:spMk id="11" creationId="{13E56477-E1E9-1845-9054-B692905B7FDD}"/>
          </ac:spMkLst>
        </pc:spChg>
        <pc:spChg chg="add del">
          <ac:chgData name="(s) Nikitha Prabhakar" userId="S::wsnp@lunet.lboro.ac.uk::a4d21f57-1160-4d7d-884f-7a56b993f2d7" providerId="AD" clId="Web-{F3E16414-A366-33A2-8644-7AF77E6970C7}" dt="2026-04-13T06:33:23.725" v="17"/>
          <ac:spMkLst>
            <pc:docMk/>
            <pc:sldMk cId="475363957" sldId="307"/>
            <ac:spMk id="13" creationId="{0FA90A5D-5B50-FB48-C7BE-E445045DCBA0}"/>
          </ac:spMkLst>
        </pc:spChg>
        <pc:spChg chg="add mod">
          <ac:chgData name="(s) Nikitha Prabhakar" userId="S::wsnp@lunet.lboro.ac.uk::a4d21f57-1160-4d7d-884f-7a56b993f2d7" providerId="AD" clId="Web-{F3E16414-A366-33A2-8644-7AF77E6970C7}" dt="2026-04-13T06:38:22.394" v="62" actId="20577"/>
          <ac:spMkLst>
            <pc:docMk/>
            <pc:sldMk cId="475363957" sldId="307"/>
            <ac:spMk id="18" creationId="{D1902E4F-0F58-7252-4947-79674C632962}"/>
          </ac:spMkLst>
        </pc:spChg>
        <pc:spChg chg="add mod">
          <ac:chgData name="(s) Nikitha Prabhakar" userId="S::wsnp@lunet.lboro.ac.uk::a4d21f57-1160-4d7d-884f-7a56b993f2d7" providerId="AD" clId="Web-{F3E16414-A366-33A2-8644-7AF77E6970C7}" dt="2026-04-13T06:47:16.969" v="110" actId="20577"/>
          <ac:spMkLst>
            <pc:docMk/>
            <pc:sldMk cId="475363957" sldId="307"/>
            <ac:spMk id="20" creationId="{D20758AB-FFEC-2A9A-68F2-E23EC6B8E35A}"/>
          </ac:spMkLst>
        </pc:spChg>
        <pc:spChg chg="add mod">
          <ac:chgData name="(s) Nikitha Prabhakar" userId="S::wsnp@lunet.lboro.ac.uk::a4d21f57-1160-4d7d-884f-7a56b993f2d7" providerId="AD" clId="Web-{F3E16414-A366-33A2-8644-7AF77E6970C7}" dt="2026-04-13T06:34:13.244" v="38" actId="20577"/>
          <ac:spMkLst>
            <pc:docMk/>
            <pc:sldMk cId="475363957" sldId="307"/>
            <ac:spMk id="22" creationId="{8BC855B9-8424-8AB7-7276-D880436A202F}"/>
          </ac:spMkLst>
        </pc:spChg>
      </pc:sldChg>
      <pc:sldChg chg="modSp">
        <pc:chgData name="(s) Nikitha Prabhakar" userId="S::wsnp@lunet.lboro.ac.uk::a4d21f57-1160-4d7d-884f-7a56b993f2d7" providerId="AD" clId="Web-{F3E16414-A366-33A2-8644-7AF77E6970C7}" dt="2026-04-13T06:45:00.311" v="104" actId="20577"/>
        <pc:sldMkLst>
          <pc:docMk/>
          <pc:sldMk cId="207736496" sldId="308"/>
        </pc:sldMkLst>
        <pc:spChg chg="mod">
          <ac:chgData name="(s) Nikitha Prabhakar" userId="S::wsnp@lunet.lboro.ac.uk::a4d21f57-1160-4d7d-884f-7a56b993f2d7" providerId="AD" clId="Web-{F3E16414-A366-33A2-8644-7AF77E6970C7}" dt="2026-04-13T06:44:48.232" v="100" actId="14100"/>
          <ac:spMkLst>
            <pc:docMk/>
            <pc:sldMk cId="207736496" sldId="308"/>
            <ac:spMk id="10" creationId="{00000000-0000-0000-0000-000000000000}"/>
          </ac:spMkLst>
        </pc:spChg>
        <pc:spChg chg="mod">
          <ac:chgData name="(s) Nikitha Prabhakar" userId="S::wsnp@lunet.lboro.ac.uk::a4d21f57-1160-4d7d-884f-7a56b993f2d7" providerId="AD" clId="Web-{F3E16414-A366-33A2-8644-7AF77E6970C7}" dt="2026-04-13T06:45:00.311" v="104" actId="20577"/>
          <ac:spMkLst>
            <pc:docMk/>
            <pc:sldMk cId="207736496" sldId="308"/>
            <ac:spMk id="21" creationId="{00000000-0000-0000-0000-000000000000}"/>
          </ac:spMkLst>
        </pc:spChg>
        <pc:grpChg chg="mod">
          <ac:chgData name="(s) Nikitha Prabhakar" userId="S::wsnp@lunet.lboro.ac.uk::a4d21f57-1160-4d7d-884f-7a56b993f2d7" providerId="AD" clId="Web-{F3E16414-A366-33A2-8644-7AF77E6970C7}" dt="2026-04-13T06:44:43.248" v="98" actId="14100"/>
          <ac:grpSpMkLst>
            <pc:docMk/>
            <pc:sldMk cId="207736496" sldId="308"/>
            <ac:grpSpMk id="14" creationId="{00000000-0000-0000-0000-000000000000}"/>
          </ac:grpSpMkLst>
        </pc:grpChg>
        <pc:grpChg chg="mod">
          <ac:chgData name="(s) Nikitha Prabhakar" userId="S::wsnp@lunet.lboro.ac.uk::a4d21f57-1160-4d7d-884f-7a56b993f2d7" providerId="AD" clId="Web-{F3E16414-A366-33A2-8644-7AF77E6970C7}" dt="2026-04-13T06:44:53.310" v="101" actId="14100"/>
          <ac:grpSpMkLst>
            <pc:docMk/>
            <pc:sldMk cId="207736496" sldId="308"/>
            <ac:grpSpMk id="18" creationId="{00000000-0000-0000-0000-000000000000}"/>
          </ac:grpSpMkLst>
        </pc:grpChg>
      </pc:sldChg>
    </pc:docChg>
  </pc:docChgLst>
  <pc:docChgLst>
    <pc:chgData name="(s) Nikitha Prabhakar" userId="S::wsnp@lunet.lboro.ac.uk::a4d21f57-1160-4d7d-884f-7a56b993f2d7" providerId="AD" clId="Web-{BE6306D4-E8F2-4B94-425C-14365EF72809}"/>
    <pc:docChg chg="addSld delSld modSld sldOrd">
      <pc:chgData name="(s) Nikitha Prabhakar" userId="S::wsnp@lunet.lboro.ac.uk::a4d21f57-1160-4d7d-884f-7a56b993f2d7" providerId="AD" clId="Web-{BE6306D4-E8F2-4B94-425C-14365EF72809}" dt="2026-04-12T18:14:58.591" v="44"/>
      <pc:docMkLst>
        <pc:docMk/>
      </pc:docMkLst>
      <pc:sldChg chg="modSp">
        <pc:chgData name="(s) Nikitha Prabhakar" userId="S::wsnp@lunet.lboro.ac.uk::a4d21f57-1160-4d7d-884f-7a56b993f2d7" providerId="AD" clId="Web-{BE6306D4-E8F2-4B94-425C-14365EF72809}" dt="2026-04-12T18:11:53.363" v="32" actId="20577"/>
        <pc:sldMkLst>
          <pc:docMk/>
          <pc:sldMk cId="2384029759" sldId="298"/>
        </pc:sldMkLst>
        <pc:spChg chg="mod">
          <ac:chgData name="(s) Nikitha Prabhakar" userId="S::wsnp@lunet.lboro.ac.uk::a4d21f57-1160-4d7d-884f-7a56b993f2d7" providerId="AD" clId="Web-{BE6306D4-E8F2-4B94-425C-14365EF72809}" dt="2026-04-12T18:11:53.363" v="32" actId="20577"/>
          <ac:spMkLst>
            <pc:docMk/>
            <pc:sldMk cId="2384029759" sldId="298"/>
            <ac:spMk id="13" creationId="{03F2DFAE-5445-8EAA-D8C6-D8A84620A984}"/>
          </ac:spMkLst>
        </pc:spChg>
      </pc:sldChg>
      <pc:sldChg chg="del">
        <pc:chgData name="(s) Nikitha Prabhakar" userId="S::wsnp@lunet.lboro.ac.uk::a4d21f57-1160-4d7d-884f-7a56b993f2d7" providerId="AD" clId="Web-{BE6306D4-E8F2-4B94-425C-14365EF72809}" dt="2026-04-12T18:14:30.715" v="36"/>
        <pc:sldMkLst>
          <pc:docMk/>
          <pc:sldMk cId="887513506" sldId="302"/>
        </pc:sldMkLst>
      </pc:sldChg>
      <pc:sldChg chg="addSp delSp modSp add ord replId">
        <pc:chgData name="(s) Nikitha Prabhakar" userId="S::wsnp@lunet.lboro.ac.uk::a4d21f57-1160-4d7d-884f-7a56b993f2d7" providerId="AD" clId="Web-{BE6306D4-E8F2-4B94-425C-14365EF72809}" dt="2026-04-12T18:14:58.591" v="44"/>
        <pc:sldMkLst>
          <pc:docMk/>
          <pc:sldMk cId="3255646467" sldId="306"/>
        </pc:sldMkLst>
        <pc:spChg chg="add del">
          <ac:chgData name="(s) Nikitha Prabhakar" userId="S::wsnp@lunet.lboro.ac.uk::a4d21f57-1160-4d7d-884f-7a56b993f2d7" providerId="AD" clId="Web-{BE6306D4-E8F2-4B94-425C-14365EF72809}" dt="2026-04-12T18:14:58.591" v="44"/>
          <ac:spMkLst>
            <pc:docMk/>
            <pc:sldMk cId="3255646467" sldId="306"/>
            <ac:spMk id="2" creationId="{517AD2EF-B0B6-1181-EAF4-BA49468BBB48}"/>
          </ac:spMkLst>
        </pc:spChg>
        <pc:spChg chg="add del mod">
          <ac:chgData name="(s) Nikitha Prabhakar" userId="S::wsnp@lunet.lboro.ac.uk::a4d21f57-1160-4d7d-884f-7a56b993f2d7" providerId="AD" clId="Web-{BE6306D4-E8F2-4B94-425C-14365EF72809}" dt="2026-04-12T18:14:56.357" v="43"/>
          <ac:spMkLst>
            <pc:docMk/>
            <pc:sldMk cId="3255646467" sldId="306"/>
            <ac:spMk id="3" creationId="{D5C35E19-02DD-F91F-028A-1AB2FE69930B}"/>
          </ac:spMkLst>
        </pc:spChg>
      </pc:sldChg>
      <pc:sldChg chg="add del replId">
        <pc:chgData name="(s) Nikitha Prabhakar" userId="S::wsnp@lunet.lboro.ac.uk::a4d21f57-1160-4d7d-884f-7a56b993f2d7" providerId="AD" clId="Web-{BE6306D4-E8F2-4B94-425C-14365EF72809}" dt="2026-04-12T18:14:37.825" v="39"/>
        <pc:sldMkLst>
          <pc:docMk/>
          <pc:sldMk cId="1988464600" sldId="307"/>
        </pc:sldMkLst>
      </pc:sldChg>
    </pc:docChg>
  </pc:docChgLst>
  <pc:docChgLst>
    <pc:chgData name="(s) Daniel Lingam" userId="S::wsdl2@lunet.lboro.ac.uk::d787cb57-72bd-4abd-b998-aa63e2b36364" providerId="AD" clId="Web-{C303E52E-B9E0-FED5-2630-BD5C8FF645C9}"/>
    <pc:docChg chg="addSld delSld modSld">
      <pc:chgData name="(s) Daniel Lingam" userId="S::wsdl2@lunet.lboro.ac.uk::d787cb57-72bd-4abd-b998-aa63e2b36364" providerId="AD" clId="Web-{C303E52E-B9E0-FED5-2630-BD5C8FF645C9}" dt="2026-04-12T21:31:51.765" v="155"/>
      <pc:docMkLst>
        <pc:docMk/>
      </pc:docMkLst>
      <pc:sldChg chg="del">
        <pc:chgData name="(s) Daniel Lingam" userId="S::wsdl2@lunet.lboro.ac.uk::d787cb57-72bd-4abd-b998-aa63e2b36364" providerId="AD" clId="Web-{C303E52E-B9E0-FED5-2630-BD5C8FF645C9}" dt="2026-04-12T18:15:36.979" v="47"/>
        <pc:sldMkLst>
          <pc:docMk/>
          <pc:sldMk cId="0" sldId="294"/>
        </pc:sldMkLst>
      </pc:sldChg>
      <pc:sldChg chg="del">
        <pc:chgData name="(s) Daniel Lingam" userId="S::wsdl2@lunet.lboro.ac.uk::d787cb57-72bd-4abd-b998-aa63e2b36364" providerId="AD" clId="Web-{C303E52E-B9E0-FED5-2630-BD5C8FF645C9}" dt="2026-04-12T18:15:23.822" v="46"/>
        <pc:sldMkLst>
          <pc:docMk/>
          <pc:sldMk cId="0" sldId="295"/>
        </pc:sldMkLst>
      </pc:sldChg>
      <pc:sldChg chg="del">
        <pc:chgData name="(s) Daniel Lingam" userId="S::wsdl2@lunet.lboro.ac.uk::d787cb57-72bd-4abd-b998-aa63e2b36364" providerId="AD" clId="Web-{C303E52E-B9E0-FED5-2630-BD5C8FF645C9}" dt="2026-04-12T18:15:17.587" v="45"/>
        <pc:sldMkLst>
          <pc:docMk/>
          <pc:sldMk cId="0" sldId="296"/>
        </pc:sldMkLst>
      </pc:sldChg>
      <pc:sldChg chg="modSp">
        <pc:chgData name="(s) Daniel Lingam" userId="S::wsdl2@lunet.lboro.ac.uk::d787cb57-72bd-4abd-b998-aa63e2b36364" providerId="AD" clId="Web-{C303E52E-B9E0-FED5-2630-BD5C8FF645C9}" dt="2026-04-12T17:54:25.602" v="18" actId="20577"/>
        <pc:sldMkLst>
          <pc:docMk/>
          <pc:sldMk cId="2384029759" sldId="298"/>
        </pc:sldMkLst>
        <pc:spChg chg="mod">
          <ac:chgData name="(s) Daniel Lingam" userId="S::wsdl2@lunet.lboro.ac.uk::d787cb57-72bd-4abd-b998-aa63e2b36364" providerId="AD" clId="Web-{C303E52E-B9E0-FED5-2630-BD5C8FF645C9}" dt="2026-04-12T17:54:25.602" v="18" actId="20577"/>
          <ac:spMkLst>
            <pc:docMk/>
            <pc:sldMk cId="2384029759" sldId="298"/>
            <ac:spMk id="13" creationId="{03F2DFAE-5445-8EAA-D8C6-D8A84620A984}"/>
          </ac:spMkLst>
        </pc:spChg>
      </pc:sldChg>
      <pc:sldChg chg="new">
        <pc:chgData name="(s) Daniel Lingam" userId="S::wsdl2@lunet.lboro.ac.uk::d787cb57-72bd-4abd-b998-aa63e2b36364" providerId="AD" clId="Web-{C303E52E-B9E0-FED5-2630-BD5C8FF645C9}" dt="2026-04-12T17:53:47.523" v="0"/>
        <pc:sldMkLst>
          <pc:docMk/>
          <pc:sldMk cId="1228173181" sldId="300"/>
        </pc:sldMkLst>
      </pc:sldChg>
      <pc:sldChg chg="addSp delSp modSp">
        <pc:chgData name="(s) Daniel Lingam" userId="S::wsdl2@lunet.lboro.ac.uk::d787cb57-72bd-4abd-b998-aa63e2b36364" providerId="AD" clId="Web-{C303E52E-B9E0-FED5-2630-BD5C8FF645C9}" dt="2026-04-12T21:31:51.765" v="155"/>
        <pc:sldMkLst>
          <pc:docMk/>
          <pc:sldMk cId="3982889151" sldId="301"/>
        </pc:sldMkLst>
        <pc:spChg chg="del mod">
          <ac:chgData name="(s) Daniel Lingam" userId="S::wsdl2@lunet.lboro.ac.uk::d787cb57-72bd-4abd-b998-aa63e2b36364" providerId="AD" clId="Web-{C303E52E-B9E0-FED5-2630-BD5C8FF645C9}" dt="2026-04-12T19:08:10.552" v="59"/>
          <ac:spMkLst>
            <pc:docMk/>
            <pc:sldMk cId="3982889151" sldId="301"/>
            <ac:spMk id="2" creationId="{D79858DC-B85F-7EF7-495B-C027E239421E}"/>
          </ac:spMkLst>
        </pc:spChg>
        <pc:spChg chg="add del">
          <ac:chgData name="(s) Daniel Lingam" userId="S::wsdl2@lunet.lboro.ac.uk::d787cb57-72bd-4abd-b998-aa63e2b36364" providerId="AD" clId="Web-{C303E52E-B9E0-FED5-2630-BD5C8FF645C9}" dt="2026-04-12T21:24:06.791" v="141"/>
          <ac:spMkLst>
            <pc:docMk/>
            <pc:sldMk cId="3982889151" sldId="301"/>
            <ac:spMk id="2" creationId="{E9836FBC-DE96-8947-59E9-D186ED07B142}"/>
          </ac:spMkLst>
        </pc:spChg>
        <pc:spChg chg="add del mod">
          <ac:chgData name="(s) Daniel Lingam" userId="S::wsdl2@lunet.lboro.ac.uk::d787cb57-72bd-4abd-b998-aa63e2b36364" providerId="AD" clId="Web-{C303E52E-B9E0-FED5-2630-BD5C8FF645C9}" dt="2026-04-12T21:23:46.977" v="138"/>
          <ac:spMkLst>
            <pc:docMk/>
            <pc:sldMk cId="3982889151" sldId="301"/>
            <ac:spMk id="3" creationId="{5DD68980-F2C3-5736-BEF2-CB76F5BBAB48}"/>
          </ac:spMkLst>
        </pc:spChg>
        <pc:spChg chg="add del mod">
          <ac:chgData name="(s) Daniel Lingam" userId="S::wsdl2@lunet.lboro.ac.uk::d787cb57-72bd-4abd-b998-aa63e2b36364" providerId="AD" clId="Web-{C303E52E-B9E0-FED5-2630-BD5C8FF645C9}" dt="2026-04-12T21:23:49.039" v="139"/>
          <ac:spMkLst>
            <pc:docMk/>
            <pc:sldMk cId="3982889151" sldId="301"/>
            <ac:spMk id="4" creationId="{EF005C1C-1470-86F8-DE01-5458C085C4E8}"/>
          </ac:spMkLst>
        </pc:spChg>
        <pc:spChg chg="add del mod">
          <ac:chgData name="(s) Daniel Lingam" userId="S::wsdl2@lunet.lboro.ac.uk::d787cb57-72bd-4abd-b998-aa63e2b36364" providerId="AD" clId="Web-{C303E52E-B9E0-FED5-2630-BD5C8FF645C9}" dt="2026-04-12T18:20:36.752" v="55"/>
          <ac:spMkLst>
            <pc:docMk/>
            <pc:sldMk cId="3982889151" sldId="301"/>
            <ac:spMk id="5" creationId="{A9F4466A-FFD9-7731-2200-0D251C463570}"/>
          </ac:spMkLst>
        </pc:spChg>
        <pc:spChg chg="add del">
          <ac:chgData name="(s) Daniel Lingam" userId="S::wsdl2@lunet.lboro.ac.uk::d787cb57-72bd-4abd-b998-aa63e2b36364" providerId="AD" clId="Web-{C303E52E-B9E0-FED5-2630-BD5C8FF645C9}" dt="2026-04-12T21:24:15.854" v="143"/>
          <ac:spMkLst>
            <pc:docMk/>
            <pc:sldMk cId="3982889151" sldId="301"/>
            <ac:spMk id="6" creationId="{44AB8A0A-F410-10D5-2F61-C77DBCE365FB}"/>
          </ac:spMkLst>
        </pc:spChg>
        <pc:spChg chg="add del mod">
          <ac:chgData name="(s) Daniel Lingam" userId="S::wsdl2@lunet.lboro.ac.uk::d787cb57-72bd-4abd-b998-aa63e2b36364" providerId="AD" clId="Web-{C303E52E-B9E0-FED5-2630-BD5C8FF645C9}" dt="2026-04-12T21:24:41.262" v="146"/>
          <ac:spMkLst>
            <pc:docMk/>
            <pc:sldMk cId="3982889151" sldId="301"/>
            <ac:spMk id="7" creationId="{251075F7-9889-DEBE-84D8-DD844B524EAA}"/>
          </ac:spMkLst>
        </pc:spChg>
        <pc:spChg chg="add del mod">
          <ac:chgData name="(s) Daniel Lingam" userId="S::wsdl2@lunet.lboro.ac.uk::d787cb57-72bd-4abd-b998-aa63e2b36364" providerId="AD" clId="Web-{C303E52E-B9E0-FED5-2630-BD5C8FF645C9}" dt="2026-04-12T21:26:55.503" v="149"/>
          <ac:spMkLst>
            <pc:docMk/>
            <pc:sldMk cId="3982889151" sldId="301"/>
            <ac:spMk id="8" creationId="{97D89C69-F37D-C4D1-842C-94C8EFE9BDC3}"/>
          </ac:spMkLst>
        </pc:spChg>
        <pc:picChg chg="add del mod">
          <ac:chgData name="(s) Daniel Lingam" userId="S::wsdl2@lunet.lboro.ac.uk::d787cb57-72bd-4abd-b998-aa63e2b36364" providerId="AD" clId="Web-{C303E52E-B9E0-FED5-2630-BD5C8FF645C9}" dt="2026-04-12T21:23:43.336" v="136"/>
          <ac:picMkLst>
            <pc:docMk/>
            <pc:sldMk cId="3982889151" sldId="301"/>
            <ac:picMk id="5" creationId="{FC0223FC-555E-F183-772A-5EFF0F5896D1}"/>
          </ac:picMkLst>
        </pc:picChg>
        <pc:picChg chg="add del mod">
          <ac:chgData name="(s) Daniel Lingam" userId="S::wsdl2@lunet.lboro.ac.uk::d787cb57-72bd-4abd-b998-aa63e2b36364" providerId="AD" clId="Web-{C303E52E-B9E0-FED5-2630-BD5C8FF645C9}" dt="2026-04-12T21:29:10.727" v="154"/>
          <ac:picMkLst>
            <pc:docMk/>
            <pc:sldMk cId="3982889151" sldId="301"/>
            <ac:picMk id="9" creationId="{38C20E7A-9566-0569-AF60-E3E95CD510FC}"/>
          </ac:picMkLst>
        </pc:picChg>
        <pc:picChg chg="add mod">
          <ac:chgData name="(s) Daniel Lingam" userId="S::wsdl2@lunet.lboro.ac.uk::d787cb57-72bd-4abd-b998-aa63e2b36364" providerId="AD" clId="Web-{C303E52E-B9E0-FED5-2630-BD5C8FF645C9}" dt="2026-04-12T21:31:51.765" v="155"/>
          <ac:picMkLst>
            <pc:docMk/>
            <pc:sldMk cId="3982889151" sldId="301"/>
            <ac:picMk id="10" creationId="{E73D7775-666D-75D5-2870-56DD02AE1F39}"/>
          </ac:picMkLst>
        </pc:picChg>
        <pc:picChg chg="del">
          <ac:chgData name="(s) Daniel Lingam" userId="S::wsdl2@lunet.lboro.ac.uk::d787cb57-72bd-4abd-b998-aa63e2b36364" providerId="AD" clId="Web-{C303E52E-B9E0-FED5-2630-BD5C8FF645C9}" dt="2026-04-12T21:27:03.426" v="150"/>
          <ac:picMkLst>
            <pc:docMk/>
            <pc:sldMk cId="3982889151" sldId="301"/>
            <ac:picMk id="12" creationId="{3678A1DE-16F8-182B-912C-4DC442D4F145}"/>
          </ac:picMkLst>
        </pc:picChg>
        <pc:picChg chg="mod">
          <ac:chgData name="(s) Daniel Lingam" userId="S::wsdl2@lunet.lboro.ac.uk::d787cb57-72bd-4abd-b998-aa63e2b36364" providerId="AD" clId="Web-{C303E52E-B9E0-FED5-2630-BD5C8FF645C9}" dt="2026-04-12T19:09:07.006" v="67" actId="1076"/>
          <ac:picMkLst>
            <pc:docMk/>
            <pc:sldMk cId="3982889151" sldId="301"/>
            <ac:picMk id="14" creationId="{1C06D3D7-BFF7-DCC1-B1AC-01026706A247}"/>
          </ac:picMkLst>
        </pc:picChg>
      </pc:sldChg>
      <pc:sldChg chg="new del">
        <pc:chgData name="(s) Daniel Lingam" userId="S::wsdl2@lunet.lboro.ac.uk::d787cb57-72bd-4abd-b998-aa63e2b36364" providerId="AD" clId="Web-{C303E52E-B9E0-FED5-2630-BD5C8FF645C9}" dt="2026-04-12T17:59:45.152" v="20"/>
        <pc:sldMkLst>
          <pc:docMk/>
          <pc:sldMk cId="534234036" sldId="304"/>
        </pc:sldMkLst>
      </pc:sldChg>
    </pc:docChg>
  </pc:docChgLst>
  <pc:docChgLst>
    <pc:chgData name="(s) Umbelina Selva" userId="524317a4-b9df-464e-bf1a-e24fe4a703e0" providerId="ADAL" clId="{1FED7CAE-4285-407B-8445-D4037B6773A9}"/>
    <pc:docChg chg="undo custSel addSld delSld modSld sldOrd modMainMaster">
      <pc:chgData name="(s) Umbelina Selva" userId="524317a4-b9df-464e-bf1a-e24fe4a703e0" providerId="ADAL" clId="{1FED7CAE-4285-407B-8445-D4037B6773A9}" dt="2026-04-13T06:42:01.178" v="515"/>
      <pc:docMkLst>
        <pc:docMk/>
      </pc:docMkLst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56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6"/>
            <ac:spMk id="223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6"/>
            <ac:spMk id="224" creationId="{00000000-0000-0000-0000-000000000000}"/>
          </ac:spMkLst>
        </pc:spChg>
      </pc:sldChg>
      <pc:sldChg chg="modSp">
        <pc:chgData name="(s) Umbelina Selva" userId="524317a4-b9df-464e-bf1a-e24fe4a703e0" providerId="ADAL" clId="{1FED7CAE-4285-407B-8445-D4037B6773A9}" dt="2026-04-12T17:13:02.467" v="4"/>
        <pc:sldMkLst>
          <pc:docMk/>
          <pc:sldMk cId="0" sldId="257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7"/>
            <ac:spMk id="231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58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4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42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43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45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46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48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4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5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51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8"/>
            <ac:spMk id="252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59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9"/>
            <ac:spMk id="263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59"/>
            <ac:spMk id="264" creationId="{00000000-0000-0000-0000-000000000000}"/>
          </ac:spMkLst>
        </pc:spChg>
        <pc:picChg chg="mod">
          <ac:chgData name="(s) Umbelina Selva" userId="524317a4-b9df-464e-bf1a-e24fe4a703e0" providerId="ADAL" clId="{1FED7CAE-4285-407B-8445-D4037B6773A9}" dt="2026-04-12T17:13:02.467" v="4"/>
          <ac:picMkLst>
            <pc:docMk/>
            <pc:sldMk cId="0" sldId="259"/>
            <ac:picMk id="265" creationId="{00000000-0000-0000-0000-000000000000}"/>
          </ac:picMkLst>
        </pc:pic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0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0"/>
            <ac:spMk id="27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0"/>
            <ac:spMk id="271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1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1"/>
            <ac:spMk id="277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1"/>
            <ac:spMk id="278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1"/>
            <ac:spMk id="27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1"/>
            <ac:spMk id="28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1"/>
            <ac:spMk id="281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2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2"/>
            <ac:spMk id="29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2"/>
            <ac:spMk id="291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2"/>
            <ac:spMk id="292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2"/>
            <ac:spMk id="293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2"/>
            <ac:spMk id="294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2"/>
            <ac:spMk id="295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2"/>
            <ac:spMk id="296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3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15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16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17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18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1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2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21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22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3"/>
            <ac:spMk id="323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4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48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4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51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53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54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55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56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57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58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0.304" v="3"/>
          <ac:spMkLst>
            <pc:docMk/>
            <pc:sldMk cId="0" sldId="264"/>
            <ac:spMk id="35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4"/>
            <ac:spMk id="360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5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5"/>
            <ac:spMk id="368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5"/>
            <ac:spMk id="36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5"/>
            <ac:spMk id="37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5"/>
            <ac:spMk id="371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5"/>
            <ac:spMk id="372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5"/>
            <ac:spMk id="373" creationId="{00000000-0000-0000-0000-000000000000}"/>
          </ac:spMkLst>
        </pc:spChg>
        <pc:picChg chg="mod">
          <ac:chgData name="(s) Umbelina Selva" userId="524317a4-b9df-464e-bf1a-e24fe4a703e0" providerId="ADAL" clId="{1FED7CAE-4285-407B-8445-D4037B6773A9}" dt="2026-04-12T17:13:02.467" v="4"/>
          <ac:picMkLst>
            <pc:docMk/>
            <pc:sldMk cId="0" sldId="265"/>
            <ac:picMk id="377" creationId="{00000000-0000-0000-0000-000000000000}"/>
          </ac:picMkLst>
        </pc:pic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6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6"/>
            <ac:spMk id="384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6"/>
            <ac:spMk id="385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7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393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394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395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396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397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398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39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40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7"/>
            <ac:spMk id="401" creationId="{00000000-0000-0000-0000-000000000000}"/>
          </ac:spMkLst>
        </pc:spChg>
      </pc:sldChg>
      <pc:sldChg chg="modSp">
        <pc:chgData name="(s) Umbelina Selva" userId="524317a4-b9df-464e-bf1a-e24fe4a703e0" providerId="ADAL" clId="{1FED7CAE-4285-407B-8445-D4037B6773A9}" dt="2026-04-12T17:13:02.467" v="4"/>
        <pc:sldMkLst>
          <pc:docMk/>
          <pc:sldMk cId="0" sldId="268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8"/>
            <ac:spMk id="436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69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69"/>
            <ac:spMk id="445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0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0"/>
            <ac:spMk id="484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1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1"/>
            <ac:spMk id="520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2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2"/>
            <ac:spMk id="548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3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3"/>
            <ac:spMk id="568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4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4"/>
            <ac:spMk id="574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5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5"/>
            <ac:spMk id="59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5"/>
            <ac:spMk id="600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6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6"/>
            <ac:spMk id="621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7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7"/>
            <ac:spMk id="840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7"/>
            <ac:spMk id="841" creationId="{00000000-0000-0000-0000-000000000000}"/>
          </ac:spMkLst>
        </pc:spChg>
      </pc:sldChg>
      <pc:sldChg chg="modSp modNotes">
        <pc:chgData name="(s) Umbelina Selva" userId="524317a4-b9df-464e-bf1a-e24fe4a703e0" providerId="ADAL" clId="{1FED7CAE-4285-407B-8445-D4037B6773A9}" dt="2026-04-12T17:13:02.467" v="4"/>
        <pc:sldMkLst>
          <pc:docMk/>
          <pc:sldMk cId="0" sldId="278"/>
        </pc:sldMkLst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8"/>
            <ac:spMk id="889" creationId="{00000000-0000-0000-0000-000000000000}"/>
          </ac:spMkLst>
        </pc:spChg>
        <pc:spChg chg="mod">
          <ac:chgData name="(s) Umbelina Selva" userId="524317a4-b9df-464e-bf1a-e24fe4a703e0" providerId="ADAL" clId="{1FED7CAE-4285-407B-8445-D4037B6773A9}" dt="2026-04-12T17:13:02.467" v="4"/>
          <ac:spMkLst>
            <pc:docMk/>
            <pc:sldMk cId="0" sldId="278"/>
            <ac:spMk id="890" creationId="{00000000-0000-0000-0000-000000000000}"/>
          </ac:spMkLst>
        </pc:spChg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84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85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86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87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88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89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90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91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92"/>
        </pc:sldMkLst>
      </pc:sldChg>
      <pc:sldChg chg="add del">
        <pc:chgData name="(s) Umbelina Selva" userId="524317a4-b9df-464e-bf1a-e24fe4a703e0" providerId="ADAL" clId="{1FED7CAE-4285-407B-8445-D4037B6773A9}" dt="2026-04-12T18:35:42.075" v="503" actId="47"/>
        <pc:sldMkLst>
          <pc:docMk/>
          <pc:sldMk cId="0" sldId="293"/>
        </pc:sldMkLst>
      </pc:sldChg>
      <pc:sldChg chg="addSp delSp modSp new mod ord modClrScheme chgLayout">
        <pc:chgData name="(s) Umbelina Selva" userId="524317a4-b9df-464e-bf1a-e24fe4a703e0" providerId="ADAL" clId="{1FED7CAE-4285-407B-8445-D4037B6773A9}" dt="2026-04-13T06:42:01.178" v="515"/>
        <pc:sldMkLst>
          <pc:docMk/>
          <pc:sldMk cId="2167818684" sldId="297"/>
        </pc:sldMkLst>
        <pc:spChg chg="del mod">
          <ac:chgData name="(s) Umbelina Selva" userId="524317a4-b9df-464e-bf1a-e24fe4a703e0" providerId="ADAL" clId="{1FED7CAE-4285-407B-8445-D4037B6773A9}" dt="2026-04-12T17:13:06.824" v="5" actId="478"/>
          <ac:spMkLst>
            <pc:docMk/>
            <pc:sldMk cId="2167818684" sldId="297"/>
            <ac:spMk id="2" creationId="{692DBE57-43A6-91BD-74A5-CC0EEFA19641}"/>
          </ac:spMkLst>
        </pc:spChg>
        <pc:spChg chg="del mod">
          <ac:chgData name="(s) Umbelina Selva" userId="524317a4-b9df-464e-bf1a-e24fe4a703e0" providerId="ADAL" clId="{1FED7CAE-4285-407B-8445-D4037B6773A9}" dt="2026-04-12T17:13:06.824" v="5" actId="478"/>
          <ac:spMkLst>
            <pc:docMk/>
            <pc:sldMk cId="2167818684" sldId="297"/>
            <ac:spMk id="3" creationId="{20008498-5CBF-2D57-D4CC-CC9ADE253B77}"/>
          </ac:spMkLst>
        </pc:spChg>
        <pc:spChg chg="add del mod">
          <ac:chgData name="(s) Umbelina Selva" userId="524317a4-b9df-464e-bf1a-e24fe4a703e0" providerId="ADAL" clId="{1FED7CAE-4285-407B-8445-D4037B6773A9}" dt="2026-04-12T17:13:15.497" v="7" actId="700"/>
          <ac:spMkLst>
            <pc:docMk/>
            <pc:sldMk cId="2167818684" sldId="297"/>
            <ac:spMk id="4" creationId="{0785B7D7-DE37-194E-7CB5-564775EE7403}"/>
          </ac:spMkLst>
        </pc:spChg>
        <pc:spChg chg="add del mod">
          <ac:chgData name="(s) Umbelina Selva" userId="524317a4-b9df-464e-bf1a-e24fe4a703e0" providerId="ADAL" clId="{1FED7CAE-4285-407B-8445-D4037B6773A9}" dt="2026-04-12T17:13:15.497" v="7" actId="700"/>
          <ac:spMkLst>
            <pc:docMk/>
            <pc:sldMk cId="2167818684" sldId="297"/>
            <ac:spMk id="5" creationId="{24CCEEDF-EFAE-7D74-8BB8-10D6882F2699}"/>
          </ac:spMkLst>
        </pc:spChg>
        <pc:spChg chg="add del mod">
          <ac:chgData name="(s) Umbelina Selva" userId="524317a4-b9df-464e-bf1a-e24fe4a703e0" providerId="ADAL" clId="{1FED7CAE-4285-407B-8445-D4037B6773A9}" dt="2026-04-12T17:42:51.067" v="20" actId="21"/>
          <ac:spMkLst>
            <pc:docMk/>
            <pc:sldMk cId="2167818684" sldId="297"/>
            <ac:spMk id="10" creationId="{299DFC33-2103-39C3-72EF-D3EEB0F30DE3}"/>
          </ac:spMkLst>
        </pc:spChg>
        <pc:picChg chg="add del mod">
          <ac:chgData name="(s) Umbelina Selva" userId="524317a4-b9df-464e-bf1a-e24fe4a703e0" providerId="ADAL" clId="{1FED7CAE-4285-407B-8445-D4037B6773A9}" dt="2026-04-12T17:27:17.569" v="13" actId="478"/>
          <ac:picMkLst>
            <pc:docMk/>
            <pc:sldMk cId="2167818684" sldId="297"/>
            <ac:picMk id="7" creationId="{3E1FCD14-2BDB-03E7-0A7A-4A9E4334E69E}"/>
          </ac:picMkLst>
        </pc:picChg>
        <pc:picChg chg="add mod">
          <ac:chgData name="(s) Umbelina Selva" userId="524317a4-b9df-464e-bf1a-e24fe4a703e0" providerId="ADAL" clId="{1FED7CAE-4285-407B-8445-D4037B6773A9}" dt="2026-04-12T17:27:29.517" v="14" actId="931"/>
          <ac:picMkLst>
            <pc:docMk/>
            <pc:sldMk cId="2167818684" sldId="297"/>
            <ac:picMk id="9" creationId="{4D475FEE-9D8E-7479-2373-18B926204BFA}"/>
          </ac:picMkLst>
        </pc:picChg>
      </pc:sldChg>
      <pc:sldChg chg="addSp delSp modSp new mod ord setBg">
        <pc:chgData name="(s) Umbelina Selva" userId="524317a4-b9df-464e-bf1a-e24fe4a703e0" providerId="ADAL" clId="{1FED7CAE-4285-407B-8445-D4037B6773A9}" dt="2026-04-12T17:57:28.386" v="407" actId="20577"/>
        <pc:sldMkLst>
          <pc:docMk/>
          <pc:sldMk cId="2384029759" sldId="298"/>
        </pc:sldMkLst>
        <pc:spChg chg="add del mod">
          <ac:chgData name="(s) Umbelina Selva" userId="524317a4-b9df-464e-bf1a-e24fe4a703e0" providerId="ADAL" clId="{1FED7CAE-4285-407B-8445-D4037B6773A9}" dt="2026-04-12T17:46:16.457" v="34" actId="478"/>
          <ac:spMkLst>
            <pc:docMk/>
            <pc:sldMk cId="2384029759" sldId="298"/>
            <ac:spMk id="9" creationId="{5C2E41C8-D23F-3836-BC4E-7995B0CBC064}"/>
          </ac:spMkLst>
        </pc:spChg>
        <pc:spChg chg="add del mod">
          <ac:chgData name="(s) Umbelina Selva" userId="524317a4-b9df-464e-bf1a-e24fe4a703e0" providerId="ADAL" clId="{1FED7CAE-4285-407B-8445-D4037B6773A9}" dt="2026-04-12T17:43:12.498" v="26" actId="478"/>
          <ac:spMkLst>
            <pc:docMk/>
            <pc:sldMk cId="2384029759" sldId="298"/>
            <ac:spMk id="10" creationId="{299DFC33-2103-39C3-72EF-D3EEB0F30DE3}"/>
          </ac:spMkLst>
        </pc:spChg>
        <pc:spChg chg="add mod">
          <ac:chgData name="(s) Umbelina Selva" userId="524317a4-b9df-464e-bf1a-e24fe4a703e0" providerId="ADAL" clId="{1FED7CAE-4285-407B-8445-D4037B6773A9}" dt="2026-04-12T17:51:24.459" v="300" actId="20577"/>
          <ac:spMkLst>
            <pc:docMk/>
            <pc:sldMk cId="2384029759" sldId="298"/>
            <ac:spMk id="13" creationId="{03F2DFAE-5445-8EAA-D8C6-D8A84620A984}"/>
          </ac:spMkLst>
        </pc:spChg>
        <pc:spChg chg="add mod">
          <ac:chgData name="(s) Umbelina Selva" userId="524317a4-b9df-464e-bf1a-e24fe4a703e0" providerId="ADAL" clId="{1FED7CAE-4285-407B-8445-D4037B6773A9}" dt="2026-04-12T17:57:28.386" v="407" actId="20577"/>
          <ac:spMkLst>
            <pc:docMk/>
            <pc:sldMk cId="2384029759" sldId="298"/>
            <ac:spMk id="16" creationId="{37DF8FEA-1960-C64F-1142-622FFA2F0C7E}"/>
          </ac:spMkLst>
        </pc:spChg>
        <pc:picChg chg="add del">
          <ac:chgData name="(s) Umbelina Selva" userId="524317a4-b9df-464e-bf1a-e24fe4a703e0" providerId="ADAL" clId="{1FED7CAE-4285-407B-8445-D4037B6773A9}" dt="2026-04-12T17:50:13.853" v="242" actId="478"/>
          <ac:picMkLst>
            <pc:docMk/>
            <pc:sldMk cId="2384029759" sldId="298"/>
            <ac:picMk id="3" creationId="{5B00119D-9B1C-4FB1-E29C-3229D1ECFE50}"/>
          </ac:picMkLst>
        </pc:picChg>
        <pc:picChg chg="add del mod">
          <ac:chgData name="(s) Umbelina Selva" userId="524317a4-b9df-464e-bf1a-e24fe4a703e0" providerId="ADAL" clId="{1FED7CAE-4285-407B-8445-D4037B6773A9}" dt="2026-04-12T17:52:27.527" v="309" actId="21"/>
          <ac:picMkLst>
            <pc:docMk/>
            <pc:sldMk cId="2384029759" sldId="298"/>
            <ac:picMk id="5" creationId="{8966E9A6-A408-895A-2624-848321A7B07B}"/>
          </ac:picMkLst>
        </pc:picChg>
        <pc:picChg chg="add del mod">
          <ac:chgData name="(s) Umbelina Selva" userId="524317a4-b9df-464e-bf1a-e24fe4a703e0" providerId="ADAL" clId="{1FED7CAE-4285-407B-8445-D4037B6773A9}" dt="2026-04-12T17:43:45.182" v="31" actId="478"/>
          <ac:picMkLst>
            <pc:docMk/>
            <pc:sldMk cId="2384029759" sldId="298"/>
            <ac:picMk id="7" creationId="{0AD4D466-14A9-18BA-5F55-A297310F61DD}"/>
          </ac:picMkLst>
        </pc:picChg>
        <pc:picChg chg="add mod">
          <ac:chgData name="(s) Umbelina Selva" userId="524317a4-b9df-464e-bf1a-e24fe4a703e0" providerId="ADAL" clId="{1FED7CAE-4285-407B-8445-D4037B6773A9}" dt="2026-04-12T17:47:29.594" v="58" actId="34135"/>
          <ac:picMkLst>
            <pc:docMk/>
            <pc:sldMk cId="2384029759" sldId="298"/>
            <ac:picMk id="12" creationId="{99B934F1-63A2-0AC0-23D3-F7E276434B6D}"/>
          </ac:picMkLst>
        </pc:picChg>
        <pc:picChg chg="add mod modCrop">
          <ac:chgData name="(s) Umbelina Selva" userId="524317a4-b9df-464e-bf1a-e24fe4a703e0" providerId="ADAL" clId="{1FED7CAE-4285-407B-8445-D4037B6773A9}" dt="2026-04-12T17:52:20.523" v="307" actId="732"/>
          <ac:picMkLst>
            <pc:docMk/>
            <pc:sldMk cId="2384029759" sldId="298"/>
            <ac:picMk id="14" creationId="{4B2871FF-BA68-5933-C409-688BB45C2F07}"/>
          </ac:picMkLst>
        </pc:picChg>
        <pc:picChg chg="add mod">
          <ac:chgData name="(s) Umbelina Selva" userId="524317a4-b9df-464e-bf1a-e24fe4a703e0" providerId="ADAL" clId="{1FED7CAE-4285-407B-8445-D4037B6773A9}" dt="2026-04-12T17:53:07.103" v="322"/>
          <ac:picMkLst>
            <pc:docMk/>
            <pc:sldMk cId="2384029759" sldId="298"/>
            <ac:picMk id="15" creationId="{B76A6904-1FA3-E968-B132-C5867D5F9406}"/>
          </ac:picMkLst>
        </pc:picChg>
      </pc:sldChg>
      <pc:sldChg chg="addSp delSp modSp add mod">
        <pc:chgData name="(s) Umbelina Selva" userId="524317a4-b9df-464e-bf1a-e24fe4a703e0" providerId="ADAL" clId="{1FED7CAE-4285-407B-8445-D4037B6773A9}" dt="2026-04-12T17:57:11.975" v="402" actId="20577"/>
        <pc:sldMkLst>
          <pc:docMk/>
          <pc:sldMk cId="602641385" sldId="299"/>
        </pc:sldMkLst>
        <pc:spChg chg="add mod">
          <ac:chgData name="(s) Umbelina Selva" userId="524317a4-b9df-464e-bf1a-e24fe4a703e0" providerId="ADAL" clId="{1FED7CAE-4285-407B-8445-D4037B6773A9}" dt="2026-04-12T17:57:11.975" v="402" actId="20577"/>
          <ac:spMkLst>
            <pc:docMk/>
            <pc:sldMk cId="602641385" sldId="299"/>
            <ac:spMk id="4" creationId="{95750FA8-AECE-35B4-74BA-A8FC0B324306}"/>
          </ac:spMkLst>
        </pc:spChg>
        <pc:spChg chg="del mod">
          <ac:chgData name="(s) Umbelina Selva" userId="524317a4-b9df-464e-bf1a-e24fe4a703e0" providerId="ADAL" clId="{1FED7CAE-4285-407B-8445-D4037B6773A9}" dt="2026-04-12T17:52:39.788" v="315" actId="478"/>
          <ac:spMkLst>
            <pc:docMk/>
            <pc:sldMk cId="602641385" sldId="299"/>
            <ac:spMk id="13" creationId="{F4A7068A-C953-9CBD-AF3A-85ACEE21A288}"/>
          </ac:spMkLst>
        </pc:spChg>
        <pc:picChg chg="add mod">
          <ac:chgData name="(s) Umbelina Selva" userId="524317a4-b9df-464e-bf1a-e24fe4a703e0" providerId="ADAL" clId="{1FED7CAE-4285-407B-8445-D4037B6773A9}" dt="2026-04-12T17:56:45.511" v="386" actId="14100"/>
          <ac:picMkLst>
            <pc:docMk/>
            <pc:sldMk cId="602641385" sldId="299"/>
            <ac:picMk id="3" creationId="{5B22547C-149D-2178-1AA5-E2D87BE629B3}"/>
          </ac:picMkLst>
        </pc:picChg>
        <pc:picChg chg="add mod">
          <ac:chgData name="(s) Umbelina Selva" userId="524317a4-b9df-464e-bf1a-e24fe4a703e0" providerId="ADAL" clId="{1FED7CAE-4285-407B-8445-D4037B6773A9}" dt="2026-04-12T17:52:48.854" v="318" actId="1076"/>
          <ac:picMkLst>
            <pc:docMk/>
            <pc:sldMk cId="602641385" sldId="299"/>
            <ac:picMk id="5" creationId="{8966E9A6-A408-895A-2624-848321A7B07B}"/>
          </ac:picMkLst>
        </pc:picChg>
        <pc:picChg chg="mod">
          <ac:chgData name="(s) Umbelina Selva" userId="524317a4-b9df-464e-bf1a-e24fe4a703e0" providerId="ADAL" clId="{1FED7CAE-4285-407B-8445-D4037B6773A9}" dt="2026-04-12T17:56:54.006" v="387" actId="34135"/>
          <ac:picMkLst>
            <pc:docMk/>
            <pc:sldMk cId="602641385" sldId="299"/>
            <ac:picMk id="14" creationId="{9AD984C4-0827-6453-F0C1-D8CDF2391741}"/>
          </ac:picMkLst>
        </pc:picChg>
      </pc:sldChg>
      <pc:sldChg chg="del">
        <pc:chgData name="(s) Umbelina Selva" userId="524317a4-b9df-464e-bf1a-e24fe4a703e0" providerId="ADAL" clId="{1FED7CAE-4285-407B-8445-D4037B6773A9}" dt="2026-04-12T17:58:08.441" v="411" actId="47"/>
        <pc:sldMkLst>
          <pc:docMk/>
          <pc:sldMk cId="1228173181" sldId="300"/>
        </pc:sldMkLst>
      </pc:sldChg>
      <pc:sldChg chg="addSp delSp modSp add mod">
        <pc:chgData name="(s) Umbelina Selva" userId="524317a4-b9df-464e-bf1a-e24fe4a703e0" providerId="ADAL" clId="{1FED7CAE-4285-407B-8445-D4037B6773A9}" dt="2026-04-12T17:59:03.407" v="441" actId="20577"/>
        <pc:sldMkLst>
          <pc:docMk/>
          <pc:sldMk cId="3982889151" sldId="301"/>
        </pc:sldMkLst>
        <pc:spChg chg="add mod">
          <ac:chgData name="(s) Umbelina Selva" userId="524317a4-b9df-464e-bf1a-e24fe4a703e0" providerId="ADAL" clId="{1FED7CAE-4285-407B-8445-D4037B6773A9}" dt="2026-04-12T17:58:31.366" v="423" actId="13926"/>
          <ac:spMkLst>
            <pc:docMk/>
            <pc:sldMk cId="3982889151" sldId="301"/>
            <ac:spMk id="2" creationId="{D79858DC-B85F-7EF7-495B-C027E239421E}"/>
          </ac:spMkLst>
        </pc:spChg>
        <pc:spChg chg="del mod">
          <ac:chgData name="(s) Umbelina Selva" userId="524317a4-b9df-464e-bf1a-e24fe4a703e0" providerId="ADAL" clId="{1FED7CAE-4285-407B-8445-D4037B6773A9}" dt="2026-04-12T17:58:01.655" v="410" actId="478"/>
          <ac:spMkLst>
            <pc:docMk/>
            <pc:sldMk cId="3982889151" sldId="301"/>
            <ac:spMk id="13" creationId="{1123B0EE-31CE-E6A6-ED2A-44D5935743CA}"/>
          </ac:spMkLst>
        </pc:spChg>
        <pc:spChg chg="mod">
          <ac:chgData name="(s) Umbelina Selva" userId="524317a4-b9df-464e-bf1a-e24fe4a703e0" providerId="ADAL" clId="{1FED7CAE-4285-407B-8445-D4037B6773A9}" dt="2026-04-12T17:59:03.407" v="441" actId="20577"/>
          <ac:spMkLst>
            <pc:docMk/>
            <pc:sldMk cId="3982889151" sldId="301"/>
            <ac:spMk id="16" creationId="{962194D0-17F3-A7F0-D205-76B5983D2C61}"/>
          </ac:spMkLst>
        </pc:spChg>
      </pc:sldChg>
      <pc:sldChg chg="addSp modSp add mod">
        <pc:chgData name="(s) Umbelina Selva" userId="524317a4-b9df-464e-bf1a-e24fe4a703e0" providerId="ADAL" clId="{1FED7CAE-4285-407B-8445-D4037B6773A9}" dt="2026-04-12T17:58:59.881" v="438" actId="20577"/>
        <pc:sldMkLst>
          <pc:docMk/>
          <pc:sldMk cId="887513506" sldId="302"/>
        </pc:sldMkLst>
        <pc:spChg chg="add mod">
          <ac:chgData name="(s) Umbelina Selva" userId="524317a4-b9df-464e-bf1a-e24fe4a703e0" providerId="ADAL" clId="{1FED7CAE-4285-407B-8445-D4037B6773A9}" dt="2026-04-12T17:58:42.642" v="431" actId="20577"/>
          <ac:spMkLst>
            <pc:docMk/>
            <pc:sldMk cId="887513506" sldId="302"/>
            <ac:spMk id="2" creationId="{B2BCD358-5368-0F6A-10EC-0BE65318B9CB}"/>
          </ac:spMkLst>
        </pc:spChg>
        <pc:spChg chg="mod">
          <ac:chgData name="(s) Umbelina Selva" userId="524317a4-b9df-464e-bf1a-e24fe4a703e0" providerId="ADAL" clId="{1FED7CAE-4285-407B-8445-D4037B6773A9}" dt="2026-04-12T17:58:59.881" v="438" actId="20577"/>
          <ac:spMkLst>
            <pc:docMk/>
            <pc:sldMk cId="887513506" sldId="302"/>
            <ac:spMk id="16" creationId="{8C397F4A-DC3B-4050-BF1B-C57AA68B9EC3}"/>
          </ac:spMkLst>
        </pc:spChg>
      </pc:sldChg>
      <pc:sldChg chg="addSp modSp add mod ord">
        <pc:chgData name="(s) Umbelina Selva" userId="524317a4-b9df-464e-bf1a-e24fe4a703e0" providerId="ADAL" clId="{1FED7CAE-4285-407B-8445-D4037B6773A9}" dt="2026-04-12T17:59:06.742" v="445" actId="20577"/>
        <pc:sldMkLst>
          <pc:docMk/>
          <pc:sldMk cId="4077581152" sldId="303"/>
        </pc:sldMkLst>
        <pc:spChg chg="add mod">
          <ac:chgData name="(s) Umbelina Selva" userId="524317a4-b9df-464e-bf1a-e24fe4a703e0" providerId="ADAL" clId="{1FED7CAE-4285-407B-8445-D4037B6773A9}" dt="2026-04-12T17:58:48.559" v="435" actId="20577"/>
          <ac:spMkLst>
            <pc:docMk/>
            <pc:sldMk cId="4077581152" sldId="303"/>
            <ac:spMk id="2" creationId="{F0BB142C-D54D-8EA9-7EE6-A0F5E616F8CE}"/>
          </ac:spMkLst>
        </pc:spChg>
        <pc:spChg chg="mod">
          <ac:chgData name="(s) Umbelina Selva" userId="524317a4-b9df-464e-bf1a-e24fe4a703e0" providerId="ADAL" clId="{1FED7CAE-4285-407B-8445-D4037B6773A9}" dt="2026-04-12T17:59:06.742" v="445" actId="20577"/>
          <ac:spMkLst>
            <pc:docMk/>
            <pc:sldMk cId="4077581152" sldId="303"/>
            <ac:spMk id="16" creationId="{637202C5-DB05-7A5E-2647-6B224CEE431F}"/>
          </ac:spMkLst>
        </pc:spChg>
      </pc:sldChg>
      <pc:sldChg chg="add setBg">
        <pc:chgData name="(s) Umbelina Selva" userId="524317a4-b9df-464e-bf1a-e24fe4a703e0" providerId="ADAL" clId="{1FED7CAE-4285-407B-8445-D4037B6773A9}" dt="2026-04-12T17:59:16.024" v="446"/>
        <pc:sldMkLst>
          <pc:docMk/>
          <pc:sldMk cId="3612488610" sldId="304"/>
        </pc:sldMkLst>
      </pc:sldChg>
      <pc:sldChg chg="addSp modSp mod ord setBg">
        <pc:chgData name="(s) Umbelina Selva" userId="524317a4-b9df-464e-bf1a-e24fe4a703e0" providerId="ADAL" clId="{1FED7CAE-4285-407B-8445-D4037B6773A9}" dt="2026-04-12T18:02:11.364" v="501" actId="1076"/>
        <pc:sldMkLst>
          <pc:docMk/>
          <pc:sldMk cId="3612488610" sldId="305"/>
        </pc:sldMkLst>
        <pc:spChg chg="add mod">
          <ac:chgData name="(s) Umbelina Selva" userId="524317a4-b9df-464e-bf1a-e24fe4a703e0" providerId="ADAL" clId="{1FED7CAE-4285-407B-8445-D4037B6773A9}" dt="2026-04-12T18:02:11.364" v="501" actId="1076"/>
          <ac:spMkLst>
            <pc:docMk/>
            <pc:sldMk cId="3612488610" sldId="305"/>
            <ac:spMk id="2" creationId="{0BA69F6B-A47C-4234-19E4-B04F2E7FFA8B}"/>
          </ac:spMkLst>
        </pc:spChg>
        <pc:spChg chg="mod">
          <ac:chgData name="(s) Umbelina Selva" userId="524317a4-b9df-464e-bf1a-e24fe4a703e0" providerId="ADAL" clId="{1FED7CAE-4285-407B-8445-D4037B6773A9}" dt="2026-04-12T17:59:40.536" v="461" actId="20577"/>
          <ac:spMkLst>
            <pc:docMk/>
            <pc:sldMk cId="3612488610" sldId="305"/>
            <ac:spMk id="4" creationId="{143D530E-5EA7-C539-79BA-378BF8C1E7B8}"/>
          </ac:spMkLst>
        </pc:spChg>
      </pc:sldChg>
      <pc:sldChg chg="addSp new mod">
        <pc:chgData name="(s) Umbelina Selva" userId="524317a4-b9df-464e-bf1a-e24fe4a703e0" providerId="ADAL" clId="{1FED7CAE-4285-407B-8445-D4037B6773A9}" dt="2026-04-13T06:41:08.596" v="505" actId="22"/>
        <pc:sldMkLst>
          <pc:docMk/>
          <pc:sldMk cId="1995915925" sldId="310"/>
        </pc:sldMkLst>
        <pc:picChg chg="add">
          <ac:chgData name="(s) Umbelina Selva" userId="524317a4-b9df-464e-bf1a-e24fe4a703e0" providerId="ADAL" clId="{1FED7CAE-4285-407B-8445-D4037B6773A9}" dt="2026-04-13T06:41:08.596" v="505" actId="22"/>
          <ac:picMkLst>
            <pc:docMk/>
            <pc:sldMk cId="1995915925" sldId="310"/>
            <ac:picMk id="4" creationId="{AC62CD52-29B2-0653-D914-46CD3BD004B4}"/>
          </ac:picMkLst>
        </pc:picChg>
      </pc:sldChg>
      <pc:sldChg chg="addSp new mod ord">
        <pc:chgData name="(s) Umbelina Selva" userId="524317a4-b9df-464e-bf1a-e24fe4a703e0" providerId="ADAL" clId="{1FED7CAE-4285-407B-8445-D4037B6773A9}" dt="2026-04-13T06:41:56.123" v="513"/>
        <pc:sldMkLst>
          <pc:docMk/>
          <pc:sldMk cId="4093959782" sldId="311"/>
        </pc:sldMkLst>
        <pc:picChg chg="add">
          <ac:chgData name="(s) Umbelina Selva" userId="524317a4-b9df-464e-bf1a-e24fe4a703e0" providerId="ADAL" clId="{1FED7CAE-4285-407B-8445-D4037B6773A9}" dt="2026-04-13T06:41:32.147" v="507" actId="22"/>
          <ac:picMkLst>
            <pc:docMk/>
            <pc:sldMk cId="4093959782" sldId="311"/>
            <ac:picMk id="4" creationId="{DED9A1B7-B805-87BD-6158-46788AC25170}"/>
          </ac:picMkLst>
        </pc:picChg>
      </pc:sldChg>
      <pc:sldChg chg="addSp new mod ord">
        <pc:chgData name="(s) Umbelina Selva" userId="524317a4-b9df-464e-bf1a-e24fe4a703e0" providerId="ADAL" clId="{1FED7CAE-4285-407B-8445-D4037B6773A9}" dt="2026-04-13T06:41:54.286" v="511"/>
        <pc:sldMkLst>
          <pc:docMk/>
          <pc:sldMk cId="792532655" sldId="312"/>
        </pc:sldMkLst>
        <pc:picChg chg="add">
          <ac:chgData name="(s) Umbelina Selva" userId="524317a4-b9df-464e-bf1a-e24fe4a703e0" providerId="ADAL" clId="{1FED7CAE-4285-407B-8445-D4037B6773A9}" dt="2026-04-13T06:41:50.489" v="509" actId="22"/>
          <ac:picMkLst>
            <pc:docMk/>
            <pc:sldMk cId="792532655" sldId="312"/>
            <ac:picMk id="4" creationId="{3275679C-C3B1-D82F-FC73-12BF5231B33F}"/>
          </ac:picMkLst>
        </pc:picChg>
      </pc:sldChg>
      <pc:sldMasterChg chg="addSldLayout delSldLayout">
        <pc:chgData name="(s) Umbelina Selva" userId="524317a4-b9df-464e-bf1a-e24fe4a703e0" providerId="ADAL" clId="{1FED7CAE-4285-407B-8445-D4037B6773A9}" dt="2026-04-12T18:35:42.075" v="503" actId="47"/>
        <pc:sldMasterMkLst>
          <pc:docMk/>
          <pc:sldMasterMk cId="0" sldId="2147483679"/>
        </pc:sldMasterMkLst>
        <pc:sldLayoutChg chg="add del">
          <pc:chgData name="(s) Umbelina Selva" userId="524317a4-b9df-464e-bf1a-e24fe4a703e0" providerId="ADAL" clId="{1FED7CAE-4285-407B-8445-D4037B6773A9}" dt="2026-04-12T18:35:42.075" v="503" actId="47"/>
          <pc:sldLayoutMkLst>
            <pc:docMk/>
            <pc:sldMasterMk cId="0" sldId="2147483679"/>
            <pc:sldLayoutMk cId="0" sldId="2147483676"/>
          </pc:sldLayoutMkLst>
        </pc:sldLayoutChg>
      </pc:sldMasterChg>
      <pc:sldMasterChg chg="modSldLayout">
        <pc:chgData name="(s) Umbelina Selva" userId="524317a4-b9df-464e-bf1a-e24fe4a703e0" providerId="ADAL" clId="{1FED7CAE-4285-407B-8445-D4037B6773A9}" dt="2026-04-12T17:13:02.467" v="4"/>
        <pc:sldMasterMkLst>
          <pc:docMk/>
          <pc:sldMasterMk cId="3721070110" sldId="2147483680"/>
        </pc:sldMasterMkLst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4199472147" sldId="2147483692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4199472147" sldId="2147483692"/>
              <ac:grpSpMk id="20" creationId="{00000000-0000-0000-0000-000000000000}"/>
            </ac:grpSpMkLst>
          </pc:grpChg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4199472147" sldId="2147483692"/>
              <ac:grpSpMk id="23" creationId="{00000000-0000-0000-0000-000000000000}"/>
            </ac:grpSpMkLst>
          </pc:grp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917430510" sldId="2147483693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3917430510" sldId="2147483693"/>
              <ac:grpSpMk id="156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917430510" sldId="2147483693"/>
              <ac:cxnSpMk id="155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2748943504" sldId="2147483694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2748943504" sldId="2147483694"/>
              <ac:grpSpMk id="90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2748943504" sldId="2147483694"/>
              <ac:cxnSpMk id="93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2275545599" sldId="2147483695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2275545599" sldId="2147483695"/>
              <ac:grpSpMk id="48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2275545599" sldId="2147483695"/>
              <ac:cxnSpMk id="51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1006992792" sldId="2147483696"/>
          </pc:sldLayoutMkLst>
          <pc:picChg chg="add del">
            <ac:chgData name="(s) Umbelina Selva" userId="524317a4-b9df-464e-bf1a-e24fe4a703e0" providerId="ADAL" clId="{1FED7CAE-4285-407B-8445-D4037B6773A9}" dt="2026-04-12T17:13:02.467" v="4"/>
            <ac:picMkLst>
              <pc:docMk/>
              <pc:sldMasterMk cId="3721070110" sldId="2147483680"/>
              <pc:sldLayoutMk cId="1006992792" sldId="2147483696"/>
              <ac:picMk id="37" creationId="{00000000-0000-0000-0000-000000000000}"/>
            </ac:picMkLst>
          </pc:pic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1006992792" sldId="2147483696"/>
              <ac:cxnSpMk id="36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920411663" sldId="2147483697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920411663" sldId="2147483697"/>
              <ac:grpSpMk id="102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920411663" sldId="2147483697"/>
              <ac:cxnSpMk id="105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352576613" sldId="2147483698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3352576613" sldId="2147483698"/>
              <ac:grpSpMk id="116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352576613" sldId="2147483698"/>
              <ac:cxnSpMk id="119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212893767" sldId="2147483699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212893767" sldId="2147483699"/>
              <ac:grpSpMk id="134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212893767" sldId="2147483699"/>
              <ac:cxnSpMk id="137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975588328" sldId="2147483700"/>
          </pc:sldLayoutMkLst>
          <pc:picChg chg="add del">
            <ac:chgData name="(s) Umbelina Selva" userId="524317a4-b9df-464e-bf1a-e24fe4a703e0" providerId="ADAL" clId="{1FED7CAE-4285-407B-8445-D4037B6773A9}" dt="2026-04-12T17:13:02.467" v="4"/>
            <ac:picMkLst>
              <pc:docMk/>
              <pc:sldMasterMk cId="3721070110" sldId="2147483680"/>
              <pc:sldLayoutMk cId="3975588328" sldId="2147483700"/>
              <ac:picMk id="151" creationId="{00000000-0000-0000-0000-000000000000}"/>
            </ac:picMkLst>
          </pc:pic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975588328" sldId="2147483700"/>
              <ac:cxnSpMk id="152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4293975556" sldId="2147483701"/>
          </pc:sldLayoutMkLst>
          <pc:picChg chg="add del">
            <ac:chgData name="(s) Umbelina Selva" userId="524317a4-b9df-464e-bf1a-e24fe4a703e0" providerId="ADAL" clId="{1FED7CAE-4285-407B-8445-D4037B6773A9}" dt="2026-04-12T17:13:02.467" v="4"/>
            <ac:picMkLst>
              <pc:docMk/>
              <pc:sldMasterMk cId="3721070110" sldId="2147483680"/>
              <pc:sldLayoutMk cId="4293975556" sldId="2147483701"/>
              <ac:picMk id="73" creationId="{00000000-0000-0000-0000-000000000000}"/>
            </ac:picMkLst>
          </pc:pic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4293975556" sldId="2147483701"/>
              <ac:cxnSpMk id="74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232340996" sldId="2147483702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232340996" sldId="2147483702"/>
              <ac:grpSpMk id="167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232340996" sldId="2147483702"/>
              <ac:cxnSpMk id="170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4015904780" sldId="2147483703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4015904780" sldId="2147483703"/>
              <ac:grpSpMk id="162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4015904780" sldId="2147483703"/>
              <ac:cxnSpMk id="161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145933768" sldId="2147483704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3145933768" sldId="2147483704"/>
              <ac:grpSpMk id="173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145933768" sldId="2147483704"/>
              <ac:cxnSpMk id="176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611798704" sldId="2147483705"/>
          </pc:sldLayoutMkLst>
          <pc:picChg chg="add del">
            <ac:chgData name="(s) Umbelina Selva" userId="524317a4-b9df-464e-bf1a-e24fe4a703e0" providerId="ADAL" clId="{1FED7CAE-4285-407B-8445-D4037B6773A9}" dt="2026-04-12T17:13:02.467" v="4"/>
            <ac:picMkLst>
              <pc:docMk/>
              <pc:sldMasterMk cId="3721070110" sldId="2147483680"/>
              <pc:sldLayoutMk cId="611798704" sldId="2147483705"/>
              <ac:picMk id="179" creationId="{00000000-0000-0000-0000-000000000000}"/>
            </ac:picMkLst>
          </pc:picChg>
          <pc:picChg chg="add del">
            <ac:chgData name="(s) Umbelina Selva" userId="524317a4-b9df-464e-bf1a-e24fe4a703e0" providerId="ADAL" clId="{1FED7CAE-4285-407B-8445-D4037B6773A9}" dt="2026-04-12T17:13:02.467" v="4"/>
            <ac:picMkLst>
              <pc:docMk/>
              <pc:sldMasterMk cId="3721070110" sldId="2147483680"/>
              <pc:sldLayoutMk cId="611798704" sldId="2147483705"/>
              <ac:picMk id="180" creationId="{00000000-0000-0000-0000-000000000000}"/>
            </ac:picMkLst>
          </pc:pic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611798704" sldId="2147483705"/>
              <ac:cxnSpMk id="181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656167241" sldId="2147483706"/>
          </pc:sldLayoutMkLst>
          <pc:grpChg chg="add del">
            <ac:chgData name="(s) Umbelina Selva" userId="524317a4-b9df-464e-bf1a-e24fe4a703e0" providerId="ADAL" clId="{1FED7CAE-4285-407B-8445-D4037B6773A9}" dt="2026-04-12T17:13:02.467" v="4"/>
            <ac:grpSpMkLst>
              <pc:docMk/>
              <pc:sldMasterMk cId="3721070110" sldId="2147483680"/>
              <pc:sldLayoutMk cId="3656167241" sldId="2147483706"/>
              <ac:grpSpMk id="184" creationId="{00000000-0000-0000-0000-000000000000}"/>
            </ac:grpSpMkLst>
          </pc:gr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656167241" sldId="2147483706"/>
              <ac:cxnSpMk id="187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048564237" sldId="2147483707"/>
          </pc:sldLayoutMkLst>
          <pc:picChg chg="add del">
            <ac:chgData name="(s) Umbelina Selva" userId="524317a4-b9df-464e-bf1a-e24fe4a703e0" providerId="ADAL" clId="{1FED7CAE-4285-407B-8445-D4037B6773A9}" dt="2026-04-12T17:13:02.467" v="4"/>
            <ac:picMkLst>
              <pc:docMk/>
              <pc:sldMasterMk cId="3721070110" sldId="2147483680"/>
              <pc:sldLayoutMk cId="3048564237" sldId="2147483707"/>
              <ac:picMk id="191" creationId="{00000000-0000-0000-0000-000000000000}"/>
            </ac:picMkLst>
          </pc:pic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048564237" sldId="2147483707"/>
              <ac:cxnSpMk id="190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778538857" sldId="2147483708"/>
          </pc:sldLayoutMkLst>
          <pc:picChg chg="add del">
            <ac:chgData name="(s) Umbelina Selva" userId="524317a4-b9df-464e-bf1a-e24fe4a703e0" providerId="ADAL" clId="{1FED7CAE-4285-407B-8445-D4037B6773A9}" dt="2026-04-12T17:13:02.467" v="4"/>
            <ac:picMkLst>
              <pc:docMk/>
              <pc:sldMasterMk cId="3721070110" sldId="2147483680"/>
              <pc:sldLayoutMk cId="3778538857" sldId="2147483708"/>
              <ac:picMk id="194" creationId="{00000000-0000-0000-0000-000000000000}"/>
            </ac:picMkLst>
          </pc:pic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778538857" sldId="2147483708"/>
              <ac:cxnSpMk id="195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2098768" sldId="2147483709"/>
          </pc:sldLayoutMkLst>
          <pc:spChg chg="add del">
            <ac:chgData name="(s) Umbelina Selva" userId="524317a4-b9df-464e-bf1a-e24fe4a703e0" providerId="ADAL" clId="{1FED7CAE-4285-407B-8445-D4037B6773A9}" dt="2026-04-12T17:13:02.467" v="4"/>
            <ac:spMkLst>
              <pc:docMk/>
              <pc:sldMasterMk cId="3721070110" sldId="2147483680"/>
              <pc:sldLayoutMk cId="32098768" sldId="2147483709"/>
              <ac:spMk id="200" creationId="{00000000-0000-0000-0000-000000000000}"/>
            </ac:spMkLst>
          </pc:sp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2098768" sldId="2147483709"/>
              <ac:cxnSpMk id="199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3840534561" sldId="2147483710"/>
          </pc:sldLayoutMkLst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3840534561" sldId="2147483710"/>
              <ac:cxnSpMk id="29" creationId="{00000000-0000-0000-0000-000000000000}"/>
            </ac:cxnSpMkLst>
          </pc:cxnChg>
        </pc:sldLayoutChg>
        <pc:sldLayoutChg chg="addSp delSp">
          <pc:chgData name="(s) Umbelina Selva" userId="524317a4-b9df-464e-bf1a-e24fe4a703e0" providerId="ADAL" clId="{1FED7CAE-4285-407B-8445-D4037B6773A9}" dt="2026-04-12T17:13:02.467" v="4"/>
          <pc:sldLayoutMkLst>
            <pc:docMk/>
            <pc:sldMasterMk cId="3721070110" sldId="2147483680"/>
            <pc:sldLayoutMk cId="847543012" sldId="2147483711"/>
          </pc:sldLayoutMkLst>
          <pc:picChg chg="add del">
            <ac:chgData name="(s) Umbelina Selva" userId="524317a4-b9df-464e-bf1a-e24fe4a703e0" providerId="ADAL" clId="{1FED7CAE-4285-407B-8445-D4037B6773A9}" dt="2026-04-12T17:13:02.467" v="4"/>
            <ac:picMkLst>
              <pc:docMk/>
              <pc:sldMasterMk cId="3721070110" sldId="2147483680"/>
              <pc:sldLayoutMk cId="847543012" sldId="2147483711"/>
              <ac:picMk id="142" creationId="{00000000-0000-0000-0000-000000000000}"/>
            </ac:picMkLst>
          </pc:picChg>
          <pc:cxnChg chg="add del">
            <ac:chgData name="(s) Umbelina Selva" userId="524317a4-b9df-464e-bf1a-e24fe4a703e0" providerId="ADAL" clId="{1FED7CAE-4285-407B-8445-D4037B6773A9}" dt="2026-04-12T17:13:02.467" v="4"/>
            <ac:cxnSpMkLst>
              <pc:docMk/>
              <pc:sldMasterMk cId="3721070110" sldId="2147483680"/>
              <pc:sldLayoutMk cId="847543012" sldId="2147483711"/>
              <ac:cxnSpMk id="141" creationId="{00000000-0000-0000-0000-000000000000}"/>
            </ac:cxnSpMkLst>
          </pc:cxnChg>
        </pc:sldLayoutChg>
      </pc:sldMasterChg>
    </pc:docChg>
  </pc:docChgLst>
  <pc:docChgLst>
    <pc:chgData name="(s) Nikitha Prabhakar" userId="S::wsnp@lunet.lboro.ac.uk::a4d21f57-1160-4d7d-884f-7a56b993f2d7" providerId="AD" clId="Web-{10021705-614C-28AA-D680-3E29251E9D4D}"/>
    <pc:docChg chg="modSld">
      <pc:chgData name="(s) Nikitha Prabhakar" userId="S::wsnp@lunet.lboro.ac.uk::a4d21f57-1160-4d7d-884f-7a56b993f2d7" providerId="AD" clId="Web-{10021705-614C-28AA-D680-3E29251E9D4D}" dt="2026-04-12T20:25:26.034" v="124" actId="1076"/>
      <pc:docMkLst>
        <pc:docMk/>
      </pc:docMkLst>
      <pc:sldChg chg="addSp delSp modSp">
        <pc:chgData name="(s) Nikitha Prabhakar" userId="S::wsnp@lunet.lboro.ac.uk::a4d21f57-1160-4d7d-884f-7a56b993f2d7" providerId="AD" clId="Web-{10021705-614C-28AA-D680-3E29251E9D4D}" dt="2026-04-12T20:25:26.034" v="124" actId="1076"/>
        <pc:sldMkLst>
          <pc:docMk/>
          <pc:sldMk cId="3255646467" sldId="306"/>
        </pc:sldMkLst>
        <pc:spChg chg="add mod">
          <ac:chgData name="(s) Nikitha Prabhakar" userId="S::wsnp@lunet.lboro.ac.uk::a4d21f57-1160-4d7d-884f-7a56b993f2d7" providerId="AD" clId="Web-{10021705-614C-28AA-D680-3E29251E9D4D}" dt="2026-04-12T20:17:26.863" v="55" actId="1076"/>
          <ac:spMkLst>
            <pc:docMk/>
            <pc:sldMk cId="3255646467" sldId="306"/>
            <ac:spMk id="3" creationId="{EAED6A9E-4C9E-8BBC-07ED-D058B7323169}"/>
          </ac:spMkLst>
        </pc:spChg>
        <pc:spChg chg="add mod">
          <ac:chgData name="(s) Nikitha Prabhakar" userId="S::wsnp@lunet.lboro.ac.uk::a4d21f57-1160-4d7d-884f-7a56b993f2d7" providerId="AD" clId="Web-{10021705-614C-28AA-D680-3E29251E9D4D}" dt="2026-04-12T20:18:42.880" v="64" actId="1076"/>
          <ac:spMkLst>
            <pc:docMk/>
            <pc:sldMk cId="3255646467" sldId="306"/>
            <ac:spMk id="4" creationId="{4D5A5C59-F32C-A9DF-AE16-58C20AD7D09F}"/>
          </ac:spMkLst>
        </pc:spChg>
        <pc:spChg chg="add mod">
          <ac:chgData name="(s) Nikitha Prabhakar" userId="S::wsnp@lunet.lboro.ac.uk::a4d21f57-1160-4d7d-884f-7a56b993f2d7" providerId="AD" clId="Web-{10021705-614C-28AA-D680-3E29251E9D4D}" dt="2026-04-12T20:25:07.752" v="122"/>
          <ac:spMkLst>
            <pc:docMk/>
            <pc:sldMk cId="3255646467" sldId="306"/>
            <ac:spMk id="5" creationId="{74601543-8484-0D60-00D0-0701130D1E27}"/>
          </ac:spMkLst>
        </pc:spChg>
        <pc:spChg chg="add mod">
          <ac:chgData name="(s) Nikitha Prabhakar" userId="S::wsnp@lunet.lboro.ac.uk::a4d21f57-1160-4d7d-884f-7a56b993f2d7" providerId="AD" clId="Web-{10021705-614C-28AA-D680-3E29251E9D4D}" dt="2026-04-12T20:24:24.360" v="120"/>
          <ac:spMkLst>
            <pc:docMk/>
            <pc:sldMk cId="3255646467" sldId="306"/>
            <ac:spMk id="6" creationId="{20730A4A-7024-23EF-A749-98D77D0AF0FA}"/>
          </ac:spMkLst>
        </pc:spChg>
        <pc:spChg chg="add mod ord">
          <ac:chgData name="(s) Nikitha Prabhakar" userId="S::wsnp@lunet.lboro.ac.uk::a4d21f57-1160-4d7d-884f-7a56b993f2d7" providerId="AD" clId="Web-{10021705-614C-28AA-D680-3E29251E9D4D}" dt="2026-04-12T20:25:26.034" v="124" actId="1076"/>
          <ac:spMkLst>
            <pc:docMk/>
            <pc:sldMk cId="3255646467" sldId="306"/>
            <ac:spMk id="7" creationId="{8CD5E7AA-423A-4849-09AC-443E1FA273D9}"/>
          </ac:spMkLst>
        </pc:spChg>
        <pc:picChg chg="del">
          <ac:chgData name="(s) Nikitha Prabhakar" userId="S::wsnp@lunet.lboro.ac.uk::a4d21f57-1160-4d7d-884f-7a56b993f2d7" providerId="AD" clId="Web-{10021705-614C-28AA-D680-3E29251E9D4D}" dt="2026-04-12T20:17:29.675" v="56"/>
          <ac:picMkLst>
            <pc:docMk/>
            <pc:sldMk cId="3255646467" sldId="306"/>
            <ac:picMk id="12" creationId="{99833DFD-25F9-00A9-B736-DF9237EB6C3B}"/>
          </ac:picMkLst>
        </pc:picChg>
        <pc:picChg chg="mod">
          <ac:chgData name="(s) Nikitha Prabhakar" userId="S::wsnp@lunet.lboro.ac.uk::a4d21f57-1160-4d7d-884f-7a56b993f2d7" providerId="AD" clId="Web-{10021705-614C-28AA-D680-3E29251E9D4D}" dt="2026-04-12T20:19:53.725" v="66" actId="1076"/>
          <ac:picMkLst>
            <pc:docMk/>
            <pc:sldMk cId="3255646467" sldId="306"/>
            <ac:picMk id="15" creationId="{FCC1F625-D667-2899-7078-FE00022A64B1}"/>
          </ac:picMkLst>
        </pc:picChg>
      </pc:sldChg>
    </pc:docChg>
  </pc:docChgLst>
  <pc:docChgLst>
    <pc:chgData name="(s) Daniel Lingam" userId="S::wsdl2@lunet.lboro.ac.uk::d787cb57-72bd-4abd-b998-aa63e2b36364" providerId="AD" clId="Web-{833E6763-9FC9-828B-611B-6320F8E3917C}"/>
    <pc:docChg chg="addSld delSld modSld">
      <pc:chgData name="(s) Daniel Lingam" userId="S::wsdl2@lunet.lboro.ac.uk::d787cb57-72bd-4abd-b998-aa63e2b36364" providerId="AD" clId="Web-{833E6763-9FC9-828B-611B-6320F8E3917C}" dt="2026-04-12T23:21:59.534" v="43" actId="20577"/>
      <pc:docMkLst>
        <pc:docMk/>
      </pc:docMkLst>
      <pc:sldChg chg="addSp delSp modSp">
        <pc:chgData name="(s) Daniel Lingam" userId="S::wsdl2@lunet.lboro.ac.uk::d787cb57-72bd-4abd-b998-aa63e2b36364" providerId="AD" clId="Web-{833E6763-9FC9-828B-611B-6320F8E3917C}" dt="2026-04-12T21:54:12.013" v="5"/>
        <pc:sldMkLst>
          <pc:docMk/>
          <pc:sldMk cId="2384029759" sldId="298"/>
        </pc:sldMkLst>
        <pc:picChg chg="add del mod">
          <ac:chgData name="(s) Daniel Lingam" userId="S::wsdl2@lunet.lboro.ac.uk::d787cb57-72bd-4abd-b998-aa63e2b36364" providerId="AD" clId="Web-{833E6763-9FC9-828B-611B-6320F8E3917C}" dt="2026-04-12T21:49:41.103" v="3"/>
          <ac:picMkLst>
            <pc:docMk/>
            <pc:sldMk cId="2384029759" sldId="298"/>
            <ac:picMk id="2" creationId="{77619133-8B49-330A-B746-B18EA6D939F1}"/>
          </ac:picMkLst>
        </pc:picChg>
        <pc:picChg chg="add del mod">
          <ac:chgData name="(s) Daniel Lingam" userId="S::wsdl2@lunet.lboro.ac.uk::d787cb57-72bd-4abd-b998-aa63e2b36364" providerId="AD" clId="Web-{833E6763-9FC9-828B-611B-6320F8E3917C}" dt="2026-04-12T21:54:12.013" v="5"/>
          <ac:picMkLst>
            <pc:docMk/>
            <pc:sldMk cId="2384029759" sldId="298"/>
            <ac:picMk id="3" creationId="{31BBC8E5-7021-B616-1A14-82F584A67861}"/>
          </ac:picMkLst>
        </pc:picChg>
      </pc:sldChg>
      <pc:sldChg chg="delSp del">
        <pc:chgData name="(s) Daniel Lingam" userId="S::wsdl2@lunet.lboro.ac.uk::d787cb57-72bd-4abd-b998-aa63e2b36364" providerId="AD" clId="Web-{833E6763-9FC9-828B-611B-6320F8E3917C}" dt="2026-04-12T21:49:05.134" v="1"/>
        <pc:sldMkLst>
          <pc:docMk/>
          <pc:sldMk cId="3982889151" sldId="301"/>
        </pc:sldMkLst>
        <pc:picChg chg="del">
          <ac:chgData name="(s) Daniel Lingam" userId="S::wsdl2@lunet.lboro.ac.uk::d787cb57-72bd-4abd-b998-aa63e2b36364" providerId="AD" clId="Web-{833E6763-9FC9-828B-611B-6320F8E3917C}" dt="2026-04-12T21:46:23.537" v="0"/>
          <ac:picMkLst>
            <pc:docMk/>
            <pc:sldMk cId="3982889151" sldId="301"/>
            <ac:picMk id="10" creationId="{E73D7775-666D-75D5-2870-56DD02AE1F39}"/>
          </ac:picMkLst>
        </pc:picChg>
      </pc:sldChg>
      <pc:sldChg chg="addSp delSp modSp add">
        <pc:chgData name="(s) Daniel Lingam" userId="S::wsdl2@lunet.lboro.ac.uk::d787cb57-72bd-4abd-b998-aa63e2b36364" providerId="AD" clId="Web-{833E6763-9FC9-828B-611B-6320F8E3917C}" dt="2026-04-12T23:21:59.534" v="43" actId="20577"/>
        <pc:sldMkLst>
          <pc:docMk/>
          <pc:sldMk cId="207736496" sldId="308"/>
        </pc:sldMkLst>
        <pc:spChg chg="add del mod">
          <ac:chgData name="(s) Daniel Lingam" userId="S::wsdl2@lunet.lboro.ac.uk::d787cb57-72bd-4abd-b998-aa63e2b36364" providerId="AD" clId="Web-{833E6763-9FC9-828B-611B-6320F8E3917C}" dt="2026-04-12T22:23:15.830" v="32" actId="1076"/>
          <ac:spMkLst>
            <pc:docMk/>
            <pc:sldMk cId="207736496" sldId="308"/>
            <ac:spMk id="2" creationId="{00000000-0000-0000-0000-000000000000}"/>
          </ac:spMkLst>
        </pc:spChg>
        <pc:spChg chg="mod">
          <ac:chgData name="(s) Daniel Lingam" userId="S::wsdl2@lunet.lboro.ac.uk::d787cb57-72bd-4abd-b998-aa63e2b36364" providerId="AD" clId="Web-{833E6763-9FC9-828B-611B-6320F8E3917C}" dt="2026-04-12T22:20:45.810" v="17" actId="1076"/>
          <ac:spMkLst>
            <pc:docMk/>
            <pc:sldMk cId="207736496" sldId="308"/>
            <ac:spMk id="11" creationId="{00000000-0000-0000-0000-000000000000}"/>
          </ac:spMkLst>
        </pc:spChg>
        <pc:spChg chg="mod">
          <ac:chgData name="(s) Daniel Lingam" userId="S::wsdl2@lunet.lboro.ac.uk::d787cb57-72bd-4abd-b998-aa63e2b36364" providerId="AD" clId="Web-{833E6763-9FC9-828B-611B-6320F8E3917C}" dt="2026-04-12T22:20:59.420" v="19" actId="1076"/>
          <ac:spMkLst>
            <pc:docMk/>
            <pc:sldMk cId="207736496" sldId="308"/>
            <ac:spMk id="17" creationId="{00000000-0000-0000-0000-000000000000}"/>
          </ac:spMkLst>
        </pc:spChg>
        <pc:spChg chg="mod">
          <ac:chgData name="(s) Daniel Lingam" userId="S::wsdl2@lunet.lboro.ac.uk::d787cb57-72bd-4abd-b998-aa63e2b36364" providerId="AD" clId="Web-{833E6763-9FC9-828B-611B-6320F8E3917C}" dt="2026-04-12T22:21:26.827" v="23" actId="1076"/>
          <ac:spMkLst>
            <pc:docMk/>
            <pc:sldMk cId="207736496" sldId="308"/>
            <ac:spMk id="21" creationId="{00000000-0000-0000-0000-000000000000}"/>
          </ac:spMkLst>
        </pc:spChg>
        <pc:spChg chg="add mod">
          <ac:chgData name="(s) Daniel Lingam" userId="S::wsdl2@lunet.lboro.ac.uk::d787cb57-72bd-4abd-b998-aa63e2b36364" providerId="AD" clId="Web-{833E6763-9FC9-828B-611B-6320F8E3917C}" dt="2026-04-12T23:21:59.534" v="43" actId="20577"/>
          <ac:spMkLst>
            <pc:docMk/>
            <pc:sldMk cId="207736496" sldId="308"/>
            <ac:spMk id="22" creationId="{A08D4C65-E6BC-90FD-0273-BFB93DB584D8}"/>
          </ac:spMkLst>
        </pc:spChg>
        <pc:grpChg chg="mod">
          <ac:chgData name="(s) Daniel Lingam" userId="S::wsdl2@lunet.lboro.ac.uk::d787cb57-72bd-4abd-b998-aa63e2b36364" providerId="AD" clId="Web-{833E6763-9FC9-828B-611B-6320F8E3917C}" dt="2026-04-12T22:20:35.044" v="16" actId="1076"/>
          <ac:grpSpMkLst>
            <pc:docMk/>
            <pc:sldMk cId="207736496" sldId="308"/>
            <ac:grpSpMk id="6" creationId="{00000000-0000-0000-0000-000000000000}"/>
          </ac:grpSpMkLst>
        </pc:grpChg>
        <pc:grpChg chg="mod">
          <ac:chgData name="(s) Daniel Lingam" userId="S::wsdl2@lunet.lboro.ac.uk::d787cb57-72bd-4abd-b998-aa63e2b36364" providerId="AD" clId="Web-{833E6763-9FC9-828B-611B-6320F8E3917C}" dt="2026-04-12T22:20:50.466" v="18" actId="1076"/>
          <ac:grpSpMkLst>
            <pc:docMk/>
            <pc:sldMk cId="207736496" sldId="308"/>
            <ac:grpSpMk id="14" creationId="{00000000-0000-0000-0000-000000000000}"/>
          </ac:grpSpMkLst>
        </pc:grpChg>
        <pc:grpChg chg="mod">
          <ac:chgData name="(s) Daniel Lingam" userId="S::wsdl2@lunet.lboro.ac.uk::d787cb57-72bd-4abd-b998-aa63e2b36364" providerId="AD" clId="Web-{833E6763-9FC9-828B-611B-6320F8E3917C}" dt="2026-04-12T22:21:02.482" v="20" actId="1076"/>
          <ac:grpSpMkLst>
            <pc:docMk/>
            <pc:sldMk cId="207736496" sldId="308"/>
            <ac:grpSpMk id="18" creationId="{00000000-0000-0000-0000-000000000000}"/>
          </ac:grpSpMkLst>
        </pc:grpChg>
        <pc:picChg chg="add del mod">
          <ac:chgData name="(s) Daniel Lingam" userId="S::wsdl2@lunet.lboro.ac.uk::d787cb57-72bd-4abd-b998-aa63e2b36364" providerId="AD" clId="Web-{833E6763-9FC9-828B-611B-6320F8E3917C}" dt="2026-04-12T22:23:07.502" v="30"/>
          <ac:picMkLst>
            <pc:docMk/>
            <pc:sldMk cId="207736496" sldId="308"/>
            <ac:picMk id="23" creationId="{8C44DEE1-13E3-12BD-2BF2-55DB9DC66559}"/>
          </ac:picMkLst>
        </pc:picChg>
        <pc:picChg chg="add del mod ord">
          <ac:chgData name="(s) Daniel Lingam" userId="S::wsdl2@lunet.lboro.ac.uk::d787cb57-72bd-4abd-b998-aa63e2b36364" providerId="AD" clId="Web-{833E6763-9FC9-828B-611B-6320F8E3917C}" dt="2026-04-12T21:58:01.406" v="12"/>
          <ac:picMkLst>
            <pc:docMk/>
            <pc:sldMk cId="207736496" sldId="308"/>
            <ac:picMk id="23" creationId="{E5E51AC7-679A-88FB-95BA-E4AE4474F223}"/>
          </ac:picMkLst>
        </pc:picChg>
        <pc:picChg chg="add mod">
          <ac:chgData name="(s) Daniel Lingam" userId="S::wsdl2@lunet.lboro.ac.uk::d787cb57-72bd-4abd-b998-aa63e2b36364" providerId="AD" clId="Web-{833E6763-9FC9-828B-611B-6320F8E3917C}" dt="2026-04-12T22:23:47.659" v="37" actId="1076"/>
          <ac:picMkLst>
            <pc:docMk/>
            <pc:sldMk cId="207736496" sldId="308"/>
            <ac:picMk id="25" creationId="{BDF1173C-5EFA-80B9-293A-A8E32DE29FDE}"/>
          </ac:picMkLst>
        </pc:picChg>
      </pc:sldChg>
    </pc:docChg>
  </pc:docChgLst>
  <pc:docChgLst>
    <pc:chgData name="(s) Nikitha Prabhakar" userId="S::wsnp@lunet.lboro.ac.uk::a4d21f57-1160-4d7d-884f-7a56b993f2d7" providerId="AD" clId="Web-{0439C247-85FF-2928-FE82-F647719A5F9F}"/>
    <pc:docChg chg="addSld modSld">
      <pc:chgData name="(s) Nikitha Prabhakar" userId="S::wsnp@lunet.lboro.ac.uk::a4d21f57-1160-4d7d-884f-7a56b993f2d7" providerId="AD" clId="Web-{0439C247-85FF-2928-FE82-F647719A5F9F}" dt="2026-04-12T20:56:51.317" v="351" actId="20577"/>
      <pc:docMkLst>
        <pc:docMk/>
      </pc:docMkLst>
      <pc:sldChg chg="addSp delSp modSp">
        <pc:chgData name="(s) Nikitha Prabhakar" userId="S::wsnp@lunet.lboro.ac.uk::a4d21f57-1160-4d7d-884f-7a56b993f2d7" providerId="AD" clId="Web-{0439C247-85FF-2928-FE82-F647719A5F9F}" dt="2026-04-12T20:54:26.941" v="340" actId="20577"/>
        <pc:sldMkLst>
          <pc:docMk/>
          <pc:sldMk cId="3255646467" sldId="306"/>
        </pc:sldMkLst>
        <pc:spChg chg="mod ord">
          <ac:chgData name="(s) Nikitha Prabhakar" userId="S::wsnp@lunet.lboro.ac.uk::a4d21f57-1160-4d7d-884f-7a56b993f2d7" providerId="AD" clId="Web-{0439C247-85FF-2928-FE82-F647719A5F9F}" dt="2026-04-12T20:54:26.941" v="340" actId="20577"/>
          <ac:spMkLst>
            <pc:docMk/>
            <pc:sldMk cId="3255646467" sldId="306"/>
            <ac:spMk id="5" creationId="{74601543-8484-0D60-00D0-0701130D1E27}"/>
          </ac:spMkLst>
        </pc:spChg>
        <pc:spChg chg="mod">
          <ac:chgData name="(s) Nikitha Prabhakar" userId="S::wsnp@lunet.lboro.ac.uk::a4d21f57-1160-4d7d-884f-7a56b993f2d7" providerId="AD" clId="Web-{0439C247-85FF-2928-FE82-F647719A5F9F}" dt="2026-04-12T20:52:44.174" v="317" actId="20577"/>
          <ac:spMkLst>
            <pc:docMk/>
            <pc:sldMk cId="3255646467" sldId="306"/>
            <ac:spMk id="6" creationId="{20730A4A-7024-23EF-A749-98D77D0AF0FA}"/>
          </ac:spMkLst>
        </pc:spChg>
        <pc:spChg chg="mod">
          <ac:chgData name="(s) Nikitha Prabhakar" userId="S::wsnp@lunet.lboro.ac.uk::a4d21f57-1160-4d7d-884f-7a56b993f2d7" providerId="AD" clId="Web-{0439C247-85FF-2928-FE82-F647719A5F9F}" dt="2026-04-12T20:54:14.409" v="335" actId="20577"/>
          <ac:spMkLst>
            <pc:docMk/>
            <pc:sldMk cId="3255646467" sldId="306"/>
            <ac:spMk id="7" creationId="{8CD5E7AA-423A-4849-09AC-443E1FA273D9}"/>
          </ac:spMkLst>
        </pc:spChg>
        <pc:spChg chg="add del">
          <ac:chgData name="(s) Nikitha Prabhakar" userId="S::wsnp@lunet.lboro.ac.uk::a4d21f57-1160-4d7d-884f-7a56b993f2d7" providerId="AD" clId="Web-{0439C247-85FF-2928-FE82-F647719A5F9F}" dt="2026-04-12T20:26:42.637" v="8"/>
          <ac:spMkLst>
            <pc:docMk/>
            <pc:sldMk cId="3255646467" sldId="306"/>
            <ac:spMk id="8" creationId="{CCE5FA1F-8BB2-EF3D-44C2-C54276DE3A40}"/>
          </ac:spMkLst>
        </pc:spChg>
        <pc:spChg chg="add del mod">
          <ac:chgData name="(s) Nikitha Prabhakar" userId="S::wsnp@lunet.lboro.ac.uk::a4d21f57-1160-4d7d-884f-7a56b993f2d7" providerId="AD" clId="Web-{0439C247-85FF-2928-FE82-F647719A5F9F}" dt="2026-04-12T20:28:14.656" v="31"/>
          <ac:spMkLst>
            <pc:docMk/>
            <pc:sldMk cId="3255646467" sldId="306"/>
            <ac:spMk id="9" creationId="{4F6B462A-C308-B5C6-D473-0A01C80FEAEE}"/>
          </ac:spMkLst>
        </pc:spChg>
        <pc:picChg chg="add del mod ord">
          <ac:chgData name="(s) Nikitha Prabhakar" userId="S::wsnp@lunet.lboro.ac.uk::a4d21f57-1160-4d7d-884f-7a56b993f2d7" providerId="AD" clId="Web-{0439C247-85FF-2928-FE82-F647719A5F9F}" dt="2026-04-12T20:35:14.634" v="84"/>
          <ac:picMkLst>
            <pc:docMk/>
            <pc:sldMk cId="3255646467" sldId="306"/>
            <ac:picMk id="10" creationId="{7C78E02C-FB32-F853-71DB-6CB273088C37}"/>
          </ac:picMkLst>
        </pc:picChg>
      </pc:sldChg>
      <pc:sldChg chg="delSp modSp add replId">
        <pc:chgData name="(s) Nikitha Prabhakar" userId="S::wsnp@lunet.lboro.ac.uk::a4d21f57-1160-4d7d-884f-7a56b993f2d7" providerId="AD" clId="Web-{0439C247-85FF-2928-FE82-F647719A5F9F}" dt="2026-04-12T20:56:51.317" v="351" actId="20577"/>
        <pc:sldMkLst>
          <pc:docMk/>
          <pc:sldMk cId="475363957" sldId="307"/>
        </pc:sldMkLst>
        <pc:spChg chg="mod">
          <ac:chgData name="(s) Nikitha Prabhakar" userId="S::wsnp@lunet.lboro.ac.uk::a4d21f57-1160-4d7d-884f-7a56b993f2d7" providerId="AD" clId="Web-{0439C247-85FF-2928-FE82-F647719A5F9F}" dt="2026-04-12T20:52:46.408" v="318" actId="20577"/>
          <ac:spMkLst>
            <pc:docMk/>
            <pc:sldMk cId="475363957" sldId="307"/>
            <ac:spMk id="5" creationId="{81BDDBF6-F18A-FD04-D106-DF8644BAB02C}"/>
          </ac:spMkLst>
        </pc:spChg>
        <pc:spChg chg="mod">
          <ac:chgData name="(s) Nikitha Prabhakar" userId="S::wsnp@lunet.lboro.ac.uk::a4d21f57-1160-4d7d-884f-7a56b993f2d7" providerId="AD" clId="Web-{0439C247-85FF-2928-FE82-F647719A5F9F}" dt="2026-04-12T20:56:51.317" v="351" actId="20577"/>
          <ac:spMkLst>
            <pc:docMk/>
            <pc:sldMk cId="475363957" sldId="307"/>
            <ac:spMk id="6" creationId="{8D76B9DE-4C89-458A-C512-70C4CEB1C0D0}"/>
          </ac:spMkLst>
        </pc:spChg>
        <pc:spChg chg="del mod">
          <ac:chgData name="(s) Nikitha Prabhakar" userId="S::wsnp@lunet.lboro.ac.uk::a4d21f57-1160-4d7d-884f-7a56b993f2d7" providerId="AD" clId="Web-{0439C247-85FF-2928-FE82-F647719A5F9F}" dt="2026-04-12T20:48:02.560" v="277"/>
          <ac:spMkLst>
            <pc:docMk/>
            <pc:sldMk cId="475363957" sldId="307"/>
            <ac:spMk id="7" creationId="{A4B2D061-8805-47F1-8205-A974BA159C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2087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778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4410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101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9400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504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0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3602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321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1829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8349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8352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8773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6576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4705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6393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0600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22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svg"/><Relationship Id="rId7" Type="http://schemas.openxmlformats.org/officeDocument/2006/relationships/image" Target="../media/image14.jpe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20F95-9FC8-8F51-8FEC-EEB389D9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82029C-990A-6AAA-76FD-D2EE0F3340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3" y="369300"/>
            <a:ext cx="4207725" cy="7878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D984C4-0827-6453-F0C1-D8CDF23917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66E9A6-A408-895A-2624-848321A7B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717" y="1157103"/>
            <a:ext cx="3658722" cy="3300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22547C-149D-2178-1AA5-E2D87BE62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71" y="4680855"/>
            <a:ext cx="1124107" cy="363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750FA8-AECE-35B4-74BA-A8FC0B324306}"/>
              </a:ext>
            </a:extLst>
          </p:cNvPr>
          <p:cNvSpPr txBox="1"/>
          <p:nvPr/>
        </p:nvSpPr>
        <p:spPr>
          <a:xfrm>
            <a:off x="428625" y="4680855"/>
            <a:ext cx="651140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264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1" y="-16223"/>
            <a:ext cx="6895325" cy="5175945"/>
            <a:chOff x="0" y="0"/>
            <a:chExt cx="13075580" cy="981512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27000"/>
            </a:blip>
            <a:srcRect l="42" r="42"/>
            <a:stretch>
              <a:fillRect/>
            </a:stretch>
          </p:blipFill>
          <p:spPr>
            <a:xfrm>
              <a:off x="0" y="0"/>
              <a:ext cx="13075580" cy="9815126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2760420" y="1357838"/>
            <a:ext cx="950585" cy="723579"/>
          </a:xfrm>
          <a:custGeom>
            <a:avLst/>
            <a:gdLst/>
            <a:ahLst/>
            <a:cxnLst/>
            <a:rect l="l" t="t" r="r" b="b"/>
            <a:pathLst>
              <a:path w="1351943" h="1029090">
                <a:moveTo>
                  <a:pt x="0" y="0"/>
                </a:moveTo>
                <a:lnTo>
                  <a:pt x="1351943" y="0"/>
                </a:lnTo>
                <a:lnTo>
                  <a:pt x="1351943" y="1029089"/>
                </a:lnTo>
                <a:lnTo>
                  <a:pt x="0" y="1029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6" r="-316"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5" name="TextBox 5"/>
          <p:cNvSpPr txBox="1"/>
          <p:nvPr/>
        </p:nvSpPr>
        <p:spPr>
          <a:xfrm>
            <a:off x="2642999" y="2418342"/>
            <a:ext cx="1185426" cy="29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23" spc="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PRODUCT OVERVIEW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120775" y="2244213"/>
            <a:ext cx="229874" cy="33486"/>
            <a:chOff x="0" y="0"/>
            <a:chExt cx="7265147" cy="1058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5147" cy="1058333"/>
            </a:xfrm>
            <a:custGeom>
              <a:avLst/>
              <a:gdLst/>
              <a:ahLst/>
              <a:cxnLst/>
              <a:rect l="l" t="t" r="r" b="b"/>
              <a:pathLst>
                <a:path w="7265147" h="1058333">
                  <a:moveTo>
                    <a:pt x="0" y="0"/>
                  </a:moveTo>
                  <a:lnTo>
                    <a:pt x="7265147" y="0"/>
                  </a:lnTo>
                  <a:lnTo>
                    <a:pt x="7265147" y="1058333"/>
                  </a:lnTo>
                  <a:lnTo>
                    <a:pt x="0" y="1058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sz="984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22798" y="2418341"/>
            <a:ext cx="1292572" cy="29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23" spc="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HARDWARE AND BASE SOFTWARE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631681" y="2227470"/>
            <a:ext cx="229874" cy="33486"/>
            <a:chOff x="0" y="0"/>
            <a:chExt cx="7265147" cy="1058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5147" cy="1058333"/>
            </a:xfrm>
            <a:custGeom>
              <a:avLst/>
              <a:gdLst/>
              <a:ahLst/>
              <a:cxnLst/>
              <a:rect l="l" t="t" r="r" b="b"/>
              <a:pathLst>
                <a:path w="7265147" h="1058333">
                  <a:moveTo>
                    <a:pt x="0" y="0"/>
                  </a:moveTo>
                  <a:lnTo>
                    <a:pt x="7265147" y="0"/>
                  </a:lnTo>
                  <a:lnTo>
                    <a:pt x="7265147" y="1058333"/>
                  </a:lnTo>
                  <a:lnTo>
                    <a:pt x="0" y="1058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sz="984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31681" y="3872521"/>
            <a:ext cx="229874" cy="33486"/>
            <a:chOff x="0" y="0"/>
            <a:chExt cx="7265147" cy="1058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5147" cy="1058333"/>
            </a:xfrm>
            <a:custGeom>
              <a:avLst/>
              <a:gdLst/>
              <a:ahLst/>
              <a:cxnLst/>
              <a:rect l="l" t="t" r="r" b="b"/>
              <a:pathLst>
                <a:path w="7265147" h="1058333">
                  <a:moveTo>
                    <a:pt x="0" y="0"/>
                  </a:moveTo>
                  <a:lnTo>
                    <a:pt x="7265147" y="0"/>
                  </a:lnTo>
                  <a:lnTo>
                    <a:pt x="7265147" y="1058333"/>
                  </a:lnTo>
                  <a:lnTo>
                    <a:pt x="0" y="1058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sz="984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062522" y="4072016"/>
            <a:ext cx="1352848" cy="29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23" i="1" spc="107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END-EFFECTOR SEQUENCING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4928" y="372567"/>
            <a:ext cx="2672209" cy="10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43"/>
              </a:lnSpc>
            </a:pPr>
            <a:r>
              <a:rPr lang="en-US" sz="548" spc="82">
                <a:solidFill>
                  <a:srgbClr val="FFEC4F"/>
                </a:solidFill>
                <a:latin typeface="Montserrat"/>
                <a:ea typeface="Montserrat"/>
                <a:cs typeface="Montserrat"/>
                <a:sym typeface="Montserrat"/>
              </a:rPr>
              <a:t>AUTONOMOUS CYLINDER PICK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4928" y="587526"/>
            <a:ext cx="3261568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27"/>
              </a:lnSpc>
            </a:pPr>
            <a:r>
              <a:rPr lang="en-US" sz="1233" b="1" spc="160">
                <a:solidFill>
                  <a:srgbClr val="FFEC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CHAPTERS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4785" y="4716175"/>
            <a:ext cx="302965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1"/>
              </a:lnSpc>
            </a:pPr>
            <a:r>
              <a:rPr lang="en-US" sz="737" b="1">
                <a:solidFill>
                  <a:srgbClr val="36363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caff.co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08546" y="4660882"/>
            <a:ext cx="264258" cy="8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"/>
              </a:lnSpc>
            </a:pPr>
            <a:r>
              <a:rPr lang="en-US" sz="642" b="1">
                <a:solidFill>
                  <a:srgbClr val="36363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app.co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55138" y="4553024"/>
            <a:ext cx="6031512" cy="20092"/>
          </a:xfrm>
          <a:custGeom>
            <a:avLst/>
            <a:gdLst/>
            <a:ahLst/>
            <a:cxnLst/>
            <a:rect l="l" t="t" r="r" b="b"/>
            <a:pathLst>
              <a:path w="8578151" h="28575">
                <a:moveTo>
                  <a:pt x="0" y="0"/>
                </a:moveTo>
                <a:lnTo>
                  <a:pt x="8578151" y="0"/>
                </a:lnTo>
                <a:lnTo>
                  <a:pt x="857815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4959887" b="-14959887"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19" name="Freeform 19"/>
          <p:cNvSpPr/>
          <p:nvPr/>
        </p:nvSpPr>
        <p:spPr>
          <a:xfrm>
            <a:off x="5271326" y="1357838"/>
            <a:ext cx="950585" cy="723579"/>
          </a:xfrm>
          <a:custGeom>
            <a:avLst/>
            <a:gdLst/>
            <a:ahLst/>
            <a:cxnLst/>
            <a:rect l="l" t="t" r="r" b="b"/>
            <a:pathLst>
              <a:path w="1351943" h="1029090">
                <a:moveTo>
                  <a:pt x="0" y="0"/>
                </a:moveTo>
                <a:lnTo>
                  <a:pt x="1351943" y="0"/>
                </a:lnTo>
                <a:lnTo>
                  <a:pt x="1351943" y="1029089"/>
                </a:lnTo>
                <a:lnTo>
                  <a:pt x="0" y="1029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6" r="-316"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20" name="Freeform 20"/>
          <p:cNvSpPr/>
          <p:nvPr/>
        </p:nvSpPr>
        <p:spPr>
          <a:xfrm>
            <a:off x="2760420" y="2968115"/>
            <a:ext cx="950585" cy="723579"/>
          </a:xfrm>
          <a:custGeom>
            <a:avLst/>
            <a:gdLst/>
            <a:ahLst/>
            <a:cxnLst/>
            <a:rect l="l" t="t" r="r" b="b"/>
            <a:pathLst>
              <a:path w="1351943" h="1029090">
                <a:moveTo>
                  <a:pt x="0" y="0"/>
                </a:moveTo>
                <a:lnTo>
                  <a:pt x="1351943" y="0"/>
                </a:lnTo>
                <a:lnTo>
                  <a:pt x="1351943" y="1029090"/>
                </a:lnTo>
                <a:lnTo>
                  <a:pt x="0" y="1029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6" r="-316"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21" name="Freeform 21"/>
          <p:cNvSpPr/>
          <p:nvPr/>
        </p:nvSpPr>
        <p:spPr>
          <a:xfrm>
            <a:off x="5271326" y="2968115"/>
            <a:ext cx="950585" cy="723579"/>
          </a:xfrm>
          <a:custGeom>
            <a:avLst/>
            <a:gdLst/>
            <a:ahLst/>
            <a:cxnLst/>
            <a:rect l="l" t="t" r="r" b="b"/>
            <a:pathLst>
              <a:path w="1351943" h="1029090">
                <a:moveTo>
                  <a:pt x="0" y="0"/>
                </a:moveTo>
                <a:lnTo>
                  <a:pt x="1351943" y="0"/>
                </a:lnTo>
                <a:lnTo>
                  <a:pt x="1351943" y="1029090"/>
                </a:lnTo>
                <a:lnTo>
                  <a:pt x="0" y="1029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6" r="-316"/>
            </a:stretch>
          </a:blipFill>
        </p:spPr>
        <p:txBody>
          <a:bodyPr/>
          <a:lstStyle/>
          <a:p>
            <a:endParaRPr lang="en-GB" sz="984"/>
          </a:p>
        </p:txBody>
      </p:sp>
      <p:grpSp>
        <p:nvGrpSpPr>
          <p:cNvPr id="22" name="Group 22"/>
          <p:cNvGrpSpPr/>
          <p:nvPr/>
        </p:nvGrpSpPr>
        <p:grpSpPr>
          <a:xfrm>
            <a:off x="3120775" y="3889263"/>
            <a:ext cx="229874" cy="38710"/>
            <a:chOff x="0" y="0"/>
            <a:chExt cx="7265147" cy="122343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65147" cy="1223433"/>
            </a:xfrm>
            <a:custGeom>
              <a:avLst/>
              <a:gdLst/>
              <a:ahLst/>
              <a:cxnLst/>
              <a:rect l="l" t="t" r="r" b="b"/>
              <a:pathLst>
                <a:path w="7265147" h="1223433">
                  <a:moveTo>
                    <a:pt x="0" y="0"/>
                  </a:moveTo>
                  <a:lnTo>
                    <a:pt x="7265147" y="0"/>
                  </a:lnTo>
                  <a:lnTo>
                    <a:pt x="7265147" y="1223433"/>
                  </a:lnTo>
                  <a:lnTo>
                    <a:pt x="0" y="12234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sz="984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559288" y="4072016"/>
            <a:ext cx="1352848" cy="29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23" i="1" spc="107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CAMERA SEQUENCING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F992E2-35C7-9492-24A9-0C7358353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345" y="4748055"/>
            <a:ext cx="262459" cy="2367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72382" y="4518273"/>
            <a:ext cx="3345266" cy="20092"/>
          </a:xfrm>
          <a:custGeom>
            <a:avLst/>
            <a:gdLst/>
            <a:ahLst/>
            <a:cxnLst/>
            <a:rect l="l" t="t" r="r" b="b"/>
            <a:pathLst>
              <a:path w="4757712" h="28575">
                <a:moveTo>
                  <a:pt x="0" y="0"/>
                </a:moveTo>
                <a:lnTo>
                  <a:pt x="4757712" y="0"/>
                </a:lnTo>
                <a:lnTo>
                  <a:pt x="4757712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8274954" b="-8274954"/>
            </a:stretch>
          </a:blipFill>
        </p:spPr>
        <p:txBody>
          <a:bodyPr/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060"/>
          </a:p>
        </p:txBody>
      </p:sp>
      <p:sp>
        <p:nvSpPr>
          <p:cNvPr id="3" name="Freeform 3"/>
          <p:cNvSpPr/>
          <p:nvPr/>
        </p:nvSpPr>
        <p:spPr>
          <a:xfrm>
            <a:off x="1555511" y="1741081"/>
            <a:ext cx="303680" cy="303680"/>
          </a:xfrm>
          <a:custGeom>
            <a:avLst/>
            <a:gdLst/>
            <a:ahLst/>
            <a:cxnLst/>
            <a:rect l="l" t="t" r="r" b="b"/>
            <a:pathLst>
              <a:path w="431900" h="431901">
                <a:moveTo>
                  <a:pt x="0" y="0"/>
                </a:moveTo>
                <a:lnTo>
                  <a:pt x="431900" y="0"/>
                </a:lnTo>
                <a:lnTo>
                  <a:pt x="431900" y="431901"/>
                </a:lnTo>
                <a:lnTo>
                  <a:pt x="0" y="431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060"/>
          </a:p>
        </p:txBody>
      </p:sp>
      <p:sp>
        <p:nvSpPr>
          <p:cNvPr id="4" name="Freeform 4"/>
          <p:cNvSpPr/>
          <p:nvPr/>
        </p:nvSpPr>
        <p:spPr>
          <a:xfrm>
            <a:off x="1555511" y="3751112"/>
            <a:ext cx="303680" cy="303680"/>
          </a:xfrm>
          <a:custGeom>
            <a:avLst/>
            <a:gdLst/>
            <a:ahLst/>
            <a:cxnLst/>
            <a:rect l="l" t="t" r="r" b="b"/>
            <a:pathLst>
              <a:path w="431900" h="431900">
                <a:moveTo>
                  <a:pt x="0" y="0"/>
                </a:moveTo>
                <a:lnTo>
                  <a:pt x="431900" y="0"/>
                </a:lnTo>
                <a:lnTo>
                  <a:pt x="431900" y="431901"/>
                </a:lnTo>
                <a:lnTo>
                  <a:pt x="0" y="431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060"/>
          </a:p>
        </p:txBody>
      </p:sp>
      <p:sp>
        <p:nvSpPr>
          <p:cNvPr id="5" name="Freeform 5"/>
          <p:cNvSpPr/>
          <p:nvPr/>
        </p:nvSpPr>
        <p:spPr>
          <a:xfrm>
            <a:off x="1555511" y="2711647"/>
            <a:ext cx="303680" cy="303680"/>
          </a:xfrm>
          <a:custGeom>
            <a:avLst/>
            <a:gdLst/>
            <a:ahLst/>
            <a:cxnLst/>
            <a:rect l="l" t="t" r="r" b="b"/>
            <a:pathLst>
              <a:path w="431900" h="431901">
                <a:moveTo>
                  <a:pt x="0" y="0"/>
                </a:moveTo>
                <a:lnTo>
                  <a:pt x="431900" y="0"/>
                </a:lnTo>
                <a:lnTo>
                  <a:pt x="431900" y="431901"/>
                </a:lnTo>
                <a:lnTo>
                  <a:pt x="0" y="431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060"/>
          </a:p>
        </p:txBody>
      </p:sp>
      <p:grpSp>
        <p:nvGrpSpPr>
          <p:cNvPr id="6" name="Group 6"/>
          <p:cNvGrpSpPr/>
          <p:nvPr/>
        </p:nvGrpSpPr>
        <p:grpSpPr>
          <a:xfrm>
            <a:off x="36416" y="-14502"/>
            <a:ext cx="3332028" cy="5156391"/>
            <a:chOff x="0" y="0"/>
            <a:chExt cx="5357468" cy="9778045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/>
            <a:srcRect t="15778" b="15778"/>
            <a:stretch>
              <a:fillRect/>
            </a:stretch>
          </p:blipFill>
          <p:spPr>
            <a:xfrm>
              <a:off x="0" y="0"/>
              <a:ext cx="5357468" cy="4889023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7"/>
            <a:srcRect t="15778" b="15778"/>
            <a:stretch>
              <a:fillRect/>
            </a:stretch>
          </p:blipFill>
          <p:spPr>
            <a:xfrm>
              <a:off x="0" y="4889023"/>
              <a:ext cx="5357468" cy="4889023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7294785" y="4716175"/>
            <a:ext cx="302965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781"/>
              </a:lnSpc>
            </a:pPr>
            <a:r>
              <a:rPr lang="en-US" sz="737" b="1">
                <a:solidFill>
                  <a:srgbClr val="36363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caff.co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2797" y="1045128"/>
            <a:ext cx="3955532" cy="104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lvl="1" indent="-101600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3DOF Gantry Robot</a:t>
            </a:r>
            <a:endParaRPr lang="en-US"/>
          </a:p>
          <a:p>
            <a:pPr marL="203200" lvl="1" indent="-101600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Gearbox with teethed rails</a:t>
            </a:r>
            <a:endParaRPr lang="en-US" sz="1233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203200" lvl="1" indent="-101600">
              <a:lnSpc>
                <a:spcPts val="2122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 Stepper Motors, 2 Servo Motors</a:t>
            </a:r>
            <a:endParaRPr lang="en-US" sz="120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203200" lvl="1" indent="-101600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Homing system</a:t>
            </a:r>
            <a:endParaRPr lang="en-US" sz="1233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070490" y="437395"/>
            <a:ext cx="3368725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770"/>
              </a:lnSpc>
            </a:pPr>
            <a:r>
              <a:rPr lang="en-US" sz="2473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OUR PRODUCT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81174" y="333002"/>
            <a:ext cx="2672209" cy="103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943"/>
              </a:lnSpc>
            </a:pPr>
            <a:r>
              <a:rPr lang="en-US" sz="548" spc="82">
                <a:solidFill>
                  <a:srgbClr val="FFEC4F"/>
                </a:solidFill>
                <a:latin typeface="Montserrat"/>
                <a:ea typeface="Montserrat"/>
                <a:cs typeface="Montserrat"/>
                <a:sym typeface="Montserrat"/>
              </a:rPr>
              <a:t>AUTONOMOUS CYLINDER PICK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2728" y="4745653"/>
            <a:ext cx="264258" cy="89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81"/>
              </a:lnSpc>
            </a:pPr>
            <a:r>
              <a:rPr lang="en-US" sz="642" b="1">
                <a:solidFill>
                  <a:srgbClr val="36363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app.co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083006" y="918418"/>
            <a:ext cx="3944935" cy="1304423"/>
            <a:chOff x="0" y="0"/>
            <a:chExt cx="1470541" cy="6871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70541" cy="687104"/>
            </a:xfrm>
            <a:custGeom>
              <a:avLst/>
              <a:gdLst/>
              <a:ahLst/>
              <a:cxnLst/>
              <a:rect l="l" t="t" r="r" b="b"/>
              <a:pathLst>
                <a:path w="1470541" h="687104">
                  <a:moveTo>
                    <a:pt x="23399" y="0"/>
                  </a:moveTo>
                  <a:lnTo>
                    <a:pt x="1447142" y="0"/>
                  </a:lnTo>
                  <a:cubicBezTo>
                    <a:pt x="1460065" y="0"/>
                    <a:pt x="1470541" y="10476"/>
                    <a:pt x="1470541" y="23399"/>
                  </a:cubicBezTo>
                  <a:lnTo>
                    <a:pt x="1470541" y="663705"/>
                  </a:lnTo>
                  <a:cubicBezTo>
                    <a:pt x="1470541" y="676628"/>
                    <a:pt x="1460065" y="687104"/>
                    <a:pt x="1447142" y="687104"/>
                  </a:cubicBezTo>
                  <a:lnTo>
                    <a:pt x="23399" y="687104"/>
                  </a:lnTo>
                  <a:cubicBezTo>
                    <a:pt x="10476" y="687104"/>
                    <a:pt x="0" y="676628"/>
                    <a:pt x="0" y="663705"/>
                  </a:cubicBezTo>
                  <a:lnTo>
                    <a:pt x="0" y="23399"/>
                  </a:lnTo>
                  <a:cubicBezTo>
                    <a:pt x="0" y="10476"/>
                    <a:pt x="10476" y="0"/>
                    <a:pt x="23399" y="0"/>
                  </a:cubicBezTo>
                  <a:close/>
                </a:path>
              </a:pathLst>
            </a:custGeom>
            <a:ln w="85725" cap="sq">
              <a:solidFill>
                <a:srgbClr val="F3D23D"/>
              </a:solidFill>
              <a:prstDash val="sysDot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67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353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029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070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13382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96058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8735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61411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06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470541" cy="782354"/>
            </a:xfrm>
            <a:prstGeom prst="rect">
              <a:avLst/>
            </a:prstGeom>
          </p:spPr>
          <p:txBody>
            <a:bodyPr lIns="35719" tIns="35719" rIns="35719" bIns="35719" rtlCol="0" anchor="ctr"/>
            <a:lstStyle>
              <a:defPPr>
                <a:defRPr lang="en-US"/>
              </a:defPPr>
              <a:lvl1pPr marL="0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67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353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029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070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13382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96058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8735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61411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122"/>
                </a:lnSpc>
              </a:pPr>
              <a:endParaRPr sz="106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070490" y="2376542"/>
            <a:ext cx="3368725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770"/>
              </a:lnSpc>
            </a:pPr>
            <a:r>
              <a:rPr lang="en-US" sz="2473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WHY?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093212" y="2859810"/>
            <a:ext cx="3934729" cy="1456228"/>
            <a:chOff x="0" y="0"/>
            <a:chExt cx="1470541" cy="7294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70541" cy="729437"/>
            </a:xfrm>
            <a:custGeom>
              <a:avLst/>
              <a:gdLst/>
              <a:ahLst/>
              <a:cxnLst/>
              <a:rect l="l" t="t" r="r" b="b"/>
              <a:pathLst>
                <a:path w="1470541" h="729437">
                  <a:moveTo>
                    <a:pt x="23399" y="0"/>
                  </a:moveTo>
                  <a:lnTo>
                    <a:pt x="1447142" y="0"/>
                  </a:lnTo>
                  <a:cubicBezTo>
                    <a:pt x="1460065" y="0"/>
                    <a:pt x="1470541" y="10476"/>
                    <a:pt x="1470541" y="23399"/>
                  </a:cubicBezTo>
                  <a:lnTo>
                    <a:pt x="1470541" y="706038"/>
                  </a:lnTo>
                  <a:cubicBezTo>
                    <a:pt x="1470541" y="718961"/>
                    <a:pt x="1460065" y="729437"/>
                    <a:pt x="1447142" y="729437"/>
                  </a:cubicBezTo>
                  <a:lnTo>
                    <a:pt x="23399" y="729437"/>
                  </a:lnTo>
                  <a:cubicBezTo>
                    <a:pt x="10476" y="729437"/>
                    <a:pt x="0" y="718961"/>
                    <a:pt x="0" y="706038"/>
                  </a:cubicBezTo>
                  <a:lnTo>
                    <a:pt x="0" y="23399"/>
                  </a:lnTo>
                  <a:cubicBezTo>
                    <a:pt x="0" y="10476"/>
                    <a:pt x="10476" y="0"/>
                    <a:pt x="23399" y="0"/>
                  </a:cubicBezTo>
                  <a:close/>
                </a:path>
              </a:pathLst>
            </a:custGeom>
            <a:ln w="85725" cap="sq">
              <a:solidFill>
                <a:srgbClr val="F3D23D"/>
              </a:solidFill>
              <a:prstDash val="sysDot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67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353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029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070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13382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96058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8735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61411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06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470541" cy="824687"/>
            </a:xfrm>
            <a:prstGeom prst="rect">
              <a:avLst/>
            </a:prstGeom>
          </p:spPr>
          <p:txBody>
            <a:bodyPr lIns="35719" tIns="35719" rIns="35719" bIns="35719" rtlCol="0" anchor="ctr"/>
            <a:lstStyle>
              <a:defPPr>
                <a:defRPr lang="en-US"/>
              </a:defPPr>
              <a:lvl1pPr marL="0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67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353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029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070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13382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96058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8735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61411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122"/>
                </a:lnSpc>
              </a:pPr>
              <a:endParaRPr sz="106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104376" y="3006509"/>
            <a:ext cx="3938653" cy="104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lvl="1" indent="-101600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Accurate, repeatable and simple​</a:t>
            </a:r>
            <a:endParaRPr lang="en-US"/>
          </a:p>
          <a:p>
            <a:pPr marL="203723" lvl="1" indent="-101862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Stable structure​</a:t>
            </a:r>
          </a:p>
          <a:p>
            <a:pPr marL="203723" lvl="1" indent="-101862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Ideal for environment</a:t>
            </a:r>
          </a:p>
          <a:p>
            <a:pPr marL="203723" lvl="1" indent="-101862" algn="l">
              <a:lnSpc>
                <a:spcPts val="2122"/>
              </a:lnSpc>
              <a:buFont typeface="Arial"/>
              <a:buChar char="•"/>
            </a:pPr>
            <a:endParaRPr lang="en-US" sz="1233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" name="Picture 24" descr="A yellow circle with white text&#10;&#10;AI-generated content may be incorrect.">
            <a:extLst>
              <a:ext uri="{FF2B5EF4-FFF2-40B4-BE49-F238E27FC236}">
                <a16:creationId xmlns:a16="http://schemas.microsoft.com/office/drawing/2014/main" id="{BDF1173C-5EFA-80B9-293A-A8E32DE29F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6434" y="4596886"/>
            <a:ext cx="585563" cy="4640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8D4C65-E6BC-90FD-0273-BFB93DB584D8}"/>
              </a:ext>
            </a:extLst>
          </p:cNvPr>
          <p:cNvSpPr txBox="1"/>
          <p:nvPr/>
        </p:nvSpPr>
        <p:spPr>
          <a:xfrm>
            <a:off x="4501422" y="4704784"/>
            <a:ext cx="6836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200">
                <a:solidFill>
                  <a:srgbClr val="F3D23D"/>
                </a:solidFill>
              </a:rPr>
              <a:t>Daniel</a:t>
            </a:r>
          </a:p>
        </p:txBody>
      </p:sp>
    </p:spTree>
    <p:extLst>
      <p:ext uri="{BB962C8B-B14F-4D97-AF65-F5344CB8AC3E}">
        <p14:creationId xmlns:p14="http://schemas.microsoft.com/office/powerpoint/2010/main" val="20773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C06D7-0411-E94A-6A32-BDB28F0F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CE57CCB-1248-7DE7-1A35-ACACC72A86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C1F625-D667-2899-7078-FE00022A6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1" y="4672895"/>
            <a:ext cx="1124107" cy="371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EB29D6-9F60-E1C4-9EAC-DB72FAD19FAA}"/>
              </a:ext>
            </a:extLst>
          </p:cNvPr>
          <p:cNvSpPr txBox="1"/>
          <p:nvPr/>
        </p:nvSpPr>
        <p:spPr>
          <a:xfrm>
            <a:off x="428625" y="4680855"/>
            <a:ext cx="630301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TWO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7AD2EF-B0B6-1181-EAF4-BA49468BBB48}"/>
              </a:ext>
            </a:extLst>
          </p:cNvPr>
          <p:cNvSpPr txBox="1"/>
          <p:nvPr/>
        </p:nvSpPr>
        <p:spPr>
          <a:xfrm>
            <a:off x="3287210" y="2395959"/>
            <a:ext cx="2118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>
                <a:highlight>
                  <a:srgbClr val="FFFF00"/>
                </a:highlight>
              </a:rPr>
              <a:t>nikitha</a:t>
            </a:r>
            <a:endParaRPr lang="fr-FR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D6A9E-4C9E-8BBC-07ED-D058B7323169}"/>
              </a:ext>
            </a:extLst>
          </p:cNvPr>
          <p:cNvSpPr txBox="1"/>
          <p:nvPr/>
        </p:nvSpPr>
        <p:spPr>
          <a:xfrm>
            <a:off x="-648991" y="314809"/>
            <a:ext cx="765228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1" i="0" cap="all">
                <a:solidFill>
                  <a:srgbClr val="FFF150"/>
                </a:solidFill>
              </a:rPr>
              <a:t>Hardware and Base Software</a:t>
            </a:r>
          </a:p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5A5C59-F32C-A9DF-AE16-58C20AD7D09F}"/>
              </a:ext>
            </a:extLst>
          </p:cNvPr>
          <p:cNvSpPr/>
          <p:nvPr/>
        </p:nvSpPr>
        <p:spPr>
          <a:xfrm>
            <a:off x="4329" y="887556"/>
            <a:ext cx="9139670" cy="3714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601543-8484-0D60-00D0-0701130D1E27}"/>
              </a:ext>
            </a:extLst>
          </p:cNvPr>
          <p:cNvSpPr/>
          <p:nvPr/>
        </p:nvSpPr>
        <p:spPr>
          <a:xfrm>
            <a:off x="471236" y="1316421"/>
            <a:ext cx="2850071" cy="2841096"/>
          </a:xfrm>
          <a:prstGeom prst="ellipse">
            <a:avLst/>
          </a:prstGeom>
          <a:solidFill>
            <a:srgbClr val="F3D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363633"/>
                </a:solidFill>
                <a:cs typeface="Arial"/>
              </a:rPr>
              <a:t>ESP32-S3-DEV2</a:t>
            </a:r>
            <a:endParaRPr lang="en-US"/>
          </a:p>
          <a:p>
            <a:pPr algn="ctr"/>
            <a:endParaRPr lang="en-US" sz="1100" b="1">
              <a:solidFill>
                <a:srgbClr val="363633"/>
              </a:solidFill>
              <a:latin typeface="Arial"/>
              <a:cs typeface="Arial"/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363633"/>
                </a:solidFill>
                <a:latin typeface="Montserrat"/>
                <a:cs typeface="Arial"/>
              </a:rPr>
              <a:t>Compact</a:t>
            </a:r>
            <a:endParaRPr lang="en-US" sz="180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363633"/>
                </a:solidFill>
                <a:latin typeface="Montserrat"/>
                <a:cs typeface="Arial"/>
              </a:rPr>
              <a:t>Processing Capability</a:t>
            </a:r>
            <a:endParaRPr lang="en-US" sz="180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 err="1">
                <a:solidFill>
                  <a:srgbClr val="363633"/>
                </a:solidFill>
                <a:latin typeface="Montserrat"/>
                <a:cs typeface="Arial"/>
              </a:rPr>
              <a:t>WiFi</a:t>
            </a:r>
            <a:r>
              <a:rPr lang="en-US" sz="1800">
                <a:solidFill>
                  <a:srgbClr val="363633"/>
                </a:solidFill>
                <a:latin typeface="Montserrat"/>
                <a:cs typeface="Arial"/>
              </a:rPr>
              <a:t>/</a:t>
            </a:r>
            <a:endParaRPr lang="en-US" sz="1800">
              <a:solidFill>
                <a:srgbClr val="EAEFF4"/>
              </a:solidFill>
              <a:latin typeface="Arial"/>
              <a:cs typeface="Arial"/>
            </a:endParaRPr>
          </a:p>
          <a:p>
            <a:r>
              <a:rPr lang="en-US" sz="1800">
                <a:solidFill>
                  <a:srgbClr val="363633"/>
                </a:solidFill>
                <a:latin typeface="Montserrat"/>
                <a:cs typeface="Arial"/>
              </a:rPr>
              <a:t>  Bluetooth</a:t>
            </a:r>
            <a:endParaRPr lang="en-US" sz="1800">
              <a:cs typeface="Arial"/>
            </a:endParaRPr>
          </a:p>
          <a:p>
            <a:pPr algn="ctr"/>
            <a:endParaRPr lang="en-US">
              <a:latin typeface="Arial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D5E7AA-423A-4849-09AC-443E1FA273D9}"/>
              </a:ext>
            </a:extLst>
          </p:cNvPr>
          <p:cNvSpPr/>
          <p:nvPr/>
        </p:nvSpPr>
        <p:spPr>
          <a:xfrm>
            <a:off x="5815262" y="1296367"/>
            <a:ext cx="2850071" cy="2841096"/>
          </a:xfrm>
          <a:prstGeom prst="ellipse">
            <a:avLst/>
          </a:prstGeom>
          <a:solidFill>
            <a:srgbClr val="F3D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363633"/>
                </a:solidFill>
                <a:ea typeface="+mn-lt"/>
                <a:cs typeface="+mn-lt"/>
              </a:rPr>
              <a:t>Limit Switches</a:t>
            </a:r>
            <a:endParaRPr lang="en-US">
              <a:solidFill>
                <a:srgbClr val="363633"/>
              </a:solidFill>
              <a:cs typeface="Arial"/>
            </a:endParaRPr>
          </a:p>
          <a:p>
            <a:pPr algn="ctr"/>
            <a:endParaRPr lang="en-US" sz="1100" b="1">
              <a:solidFill>
                <a:srgbClr val="363633"/>
              </a:solidFill>
              <a:cs typeface="Arial"/>
            </a:endParaRPr>
          </a:p>
          <a:p>
            <a:pPr marL="342900" indent="-342900">
              <a:buChar char="•"/>
            </a:pPr>
            <a:r>
              <a:rPr lang="en-US" sz="2000">
                <a:solidFill>
                  <a:srgbClr val="363633"/>
                </a:solidFill>
                <a:latin typeface="Montserrat"/>
              </a:rPr>
              <a:t>Boundaries</a:t>
            </a:r>
            <a:endParaRPr lang="en-US">
              <a:solidFill>
                <a:srgbClr val="363633"/>
              </a:solidFill>
              <a:cs typeface="Arial"/>
            </a:endParaRPr>
          </a:p>
          <a:p>
            <a:pPr marL="342900" indent="-342900">
              <a:buChar char="•"/>
            </a:pPr>
            <a:r>
              <a:rPr lang="en-US" sz="2000">
                <a:solidFill>
                  <a:srgbClr val="363633"/>
                </a:solidFill>
                <a:latin typeface="Montserrat"/>
              </a:rPr>
              <a:t>Homing</a:t>
            </a:r>
            <a:endParaRPr lang="en-US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730A4A-7024-23EF-A749-98D77D0AF0FA}"/>
              </a:ext>
            </a:extLst>
          </p:cNvPr>
          <p:cNvSpPr/>
          <p:nvPr/>
        </p:nvSpPr>
        <p:spPr>
          <a:xfrm>
            <a:off x="3148262" y="1316421"/>
            <a:ext cx="2850071" cy="2841096"/>
          </a:xfrm>
          <a:prstGeom prst="ellipse">
            <a:avLst/>
          </a:prstGeom>
          <a:solidFill>
            <a:srgbClr val="FFF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363633"/>
                </a:solidFill>
                <a:ea typeface="+mn-lt"/>
                <a:cs typeface="+mn-lt"/>
              </a:rPr>
              <a:t>Stripboard</a:t>
            </a:r>
            <a:endParaRPr lang="en-US">
              <a:solidFill>
                <a:srgbClr val="363633"/>
              </a:solidFill>
              <a:cs typeface="Arial"/>
            </a:endParaRPr>
          </a:p>
          <a:p>
            <a:pPr algn="ctr"/>
            <a:endParaRPr lang="en-US" sz="1100" b="1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363633"/>
                </a:solidFill>
                <a:latin typeface="Montserrat"/>
              </a:rPr>
              <a:t>Permanent</a:t>
            </a:r>
            <a:endParaRPr lang="en-US" sz="180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363633"/>
                </a:solidFill>
                <a:latin typeface="Montserrat"/>
              </a:rPr>
              <a:t>Less Wiring</a:t>
            </a:r>
            <a:endParaRPr lang="en-US" sz="180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 err="1">
                <a:solidFill>
                  <a:srgbClr val="363633"/>
                </a:solidFill>
                <a:latin typeface="Montserrat"/>
              </a:rPr>
              <a:t>Minimise</a:t>
            </a:r>
            <a:endParaRPr lang="en-US" sz="1800" err="1">
              <a:solidFill>
                <a:srgbClr val="EAEFF4"/>
              </a:solidFill>
              <a:latin typeface="Arial"/>
              <a:cs typeface="Arial"/>
            </a:endParaRPr>
          </a:p>
          <a:p>
            <a:r>
              <a:rPr lang="en-US" sz="1800">
                <a:solidFill>
                  <a:srgbClr val="363633"/>
                </a:solidFill>
                <a:latin typeface="Montserrat"/>
              </a:rPr>
              <a:t>  </a:t>
            </a:r>
            <a:r>
              <a:rPr lang="en-US">
                <a:solidFill>
                  <a:srgbClr val="363633"/>
                </a:solidFill>
                <a:latin typeface="Montserrat"/>
              </a:rPr>
              <a:t>Disconnect</a:t>
            </a:r>
            <a:endParaRPr lang="en-US" sz="1800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5646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E4790-1A3A-AE57-C53D-0D6B42A2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9BCC475-2B3B-2EE4-7F35-72F31ABE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66D628-4BEA-3185-01BD-78B7B75C1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1" y="4672895"/>
            <a:ext cx="1124107" cy="371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D7C8F0-B287-176D-E0EB-EECD6481DC43}"/>
              </a:ext>
            </a:extLst>
          </p:cNvPr>
          <p:cNvSpPr txBox="1"/>
          <p:nvPr/>
        </p:nvSpPr>
        <p:spPr>
          <a:xfrm>
            <a:off x="428625" y="4680855"/>
            <a:ext cx="630301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TWO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3A8835-5602-3C56-3417-650B836F6B62}"/>
              </a:ext>
            </a:extLst>
          </p:cNvPr>
          <p:cNvSpPr txBox="1"/>
          <p:nvPr/>
        </p:nvSpPr>
        <p:spPr>
          <a:xfrm>
            <a:off x="3287210" y="2395959"/>
            <a:ext cx="2118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>
                <a:highlight>
                  <a:srgbClr val="FFFF00"/>
                </a:highlight>
              </a:rPr>
              <a:t>nikitha</a:t>
            </a:r>
            <a:endParaRPr lang="fr-FR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027A8-16B4-A21C-D80C-19D818EE40B8}"/>
              </a:ext>
            </a:extLst>
          </p:cNvPr>
          <p:cNvSpPr txBox="1"/>
          <p:nvPr/>
        </p:nvSpPr>
        <p:spPr>
          <a:xfrm>
            <a:off x="-648991" y="314809"/>
            <a:ext cx="765228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1" i="0" cap="all">
                <a:solidFill>
                  <a:srgbClr val="FFF150"/>
                </a:solidFill>
              </a:rPr>
              <a:t>Hardware and Base Software</a:t>
            </a:r>
          </a:p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422C83-9F9D-6310-C299-6CB31F863B81}"/>
              </a:ext>
            </a:extLst>
          </p:cNvPr>
          <p:cNvSpPr/>
          <p:nvPr/>
        </p:nvSpPr>
        <p:spPr>
          <a:xfrm>
            <a:off x="4329" y="887556"/>
            <a:ext cx="9139670" cy="3714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902E4F-0F58-7252-4947-79674C632962}"/>
              </a:ext>
            </a:extLst>
          </p:cNvPr>
          <p:cNvSpPr/>
          <p:nvPr/>
        </p:nvSpPr>
        <p:spPr>
          <a:xfrm>
            <a:off x="471236" y="1316421"/>
            <a:ext cx="2850071" cy="2841096"/>
          </a:xfrm>
          <a:prstGeom prst="ellipse">
            <a:avLst/>
          </a:prstGeom>
          <a:solidFill>
            <a:srgbClr val="F3D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363633"/>
                </a:solidFill>
                <a:cs typeface="Arial"/>
              </a:rPr>
              <a:t>2 Micro Servos</a:t>
            </a:r>
          </a:p>
          <a:p>
            <a:pPr algn="ctr"/>
            <a:endParaRPr lang="en-US" sz="1100" b="1">
              <a:solidFill>
                <a:srgbClr val="363633"/>
              </a:solidFill>
              <a:latin typeface="Arial"/>
              <a:cs typeface="Arial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363633"/>
                </a:solidFill>
                <a:latin typeface="Montserrat"/>
                <a:cs typeface="Arial"/>
              </a:rPr>
              <a:t>End-Effector</a:t>
            </a:r>
            <a:endParaRPr lang="en-US" sz="180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363633"/>
                </a:solidFill>
                <a:latin typeface="Montserrat"/>
                <a:cs typeface="Arial"/>
              </a:rPr>
              <a:t>Grip and Flip</a:t>
            </a:r>
          </a:p>
          <a:p>
            <a:pPr algn="ctr"/>
            <a:endParaRPr lang="en-US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20758AB-FFEC-2A9A-68F2-E23EC6B8E35A}"/>
              </a:ext>
            </a:extLst>
          </p:cNvPr>
          <p:cNvSpPr/>
          <p:nvPr/>
        </p:nvSpPr>
        <p:spPr>
          <a:xfrm>
            <a:off x="5815262" y="1296367"/>
            <a:ext cx="2850071" cy="2841096"/>
          </a:xfrm>
          <a:prstGeom prst="ellipse">
            <a:avLst/>
          </a:prstGeom>
          <a:solidFill>
            <a:srgbClr val="F3D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363633"/>
                </a:solidFill>
                <a:ea typeface="+mn-lt"/>
                <a:cs typeface="+mn-lt"/>
              </a:rPr>
              <a:t>Homing Routine</a:t>
            </a:r>
            <a:endParaRPr lang="en-US" sz="2200">
              <a:solidFill>
                <a:srgbClr val="363633"/>
              </a:solidFill>
              <a:cs typeface="Arial"/>
            </a:endParaRPr>
          </a:p>
          <a:p>
            <a:pPr marL="171450" indent="-171450" algn="ctr">
              <a:buFont typeface="Arial"/>
              <a:buChar char="•"/>
            </a:pPr>
            <a:endParaRPr lang="en-US" sz="1100">
              <a:solidFill>
                <a:srgbClr val="363633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63633"/>
                </a:solidFill>
                <a:latin typeface="Montserrat"/>
              </a:rPr>
              <a:t>Consistent  Positioning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63633"/>
                </a:solidFill>
                <a:latin typeface="Montserrat"/>
                <a:cs typeface="Arial"/>
              </a:rPr>
              <a:t>Reference</a:t>
            </a:r>
          </a:p>
          <a:p>
            <a:pPr algn="ctr"/>
            <a:endParaRPr lang="en-US">
              <a:cs typeface="Arial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C855B9-8424-8AB7-7276-D880436A202F}"/>
              </a:ext>
            </a:extLst>
          </p:cNvPr>
          <p:cNvSpPr/>
          <p:nvPr/>
        </p:nvSpPr>
        <p:spPr>
          <a:xfrm>
            <a:off x="3148262" y="1316421"/>
            <a:ext cx="2850071" cy="2841096"/>
          </a:xfrm>
          <a:prstGeom prst="ellipse">
            <a:avLst/>
          </a:prstGeom>
          <a:solidFill>
            <a:srgbClr val="FFF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363633"/>
                </a:solidFill>
                <a:ea typeface="+mn-lt"/>
                <a:cs typeface="+mn-lt"/>
              </a:rPr>
              <a:t>Modular Code</a:t>
            </a:r>
            <a:endParaRPr lang="en-US" sz="2200">
              <a:solidFill>
                <a:srgbClr val="363633"/>
              </a:solidFill>
              <a:cs typeface="Arial"/>
            </a:endParaRPr>
          </a:p>
          <a:p>
            <a:pPr algn="ctr"/>
            <a:endParaRPr lang="en-US" sz="1100">
              <a:solidFill>
                <a:srgbClr val="363633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63633"/>
                </a:solidFill>
                <a:latin typeface="Montserrat"/>
              </a:rPr>
              <a:t>Adaptable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srgbClr val="363633"/>
                </a:solidFill>
                <a:latin typeface="Montserrat"/>
              </a:rPr>
              <a:t>Intiuitive</a:t>
            </a:r>
            <a:r>
              <a:rPr lang="en-US">
                <a:solidFill>
                  <a:srgbClr val="363633"/>
                </a:solidFill>
                <a:latin typeface="Montserrat"/>
              </a:rPr>
              <a:t> </a:t>
            </a:r>
            <a:endParaRPr lang="en-US" sz="1800">
              <a:solidFill>
                <a:srgbClr val="363633"/>
              </a:solidFill>
              <a:latin typeface="Montserrat"/>
              <a:cs typeface="Arial"/>
            </a:endParaRPr>
          </a:p>
          <a:p>
            <a:r>
              <a:rPr lang="en-US">
                <a:solidFill>
                  <a:srgbClr val="363633"/>
                </a:solidFill>
                <a:latin typeface="Montserrat"/>
              </a:rPr>
              <a:t>  Functions</a:t>
            </a:r>
            <a:endParaRPr lang="en-US" sz="1800">
              <a:solidFill>
                <a:srgbClr val="363633"/>
              </a:solidFill>
              <a:latin typeface="Montserra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63633"/>
                </a:solidFill>
                <a:latin typeface="Montserrat"/>
              </a:rPr>
              <a:t>Scalable</a:t>
            </a:r>
            <a:endParaRPr lang="en-US" sz="1800">
              <a:solidFill>
                <a:srgbClr val="363633"/>
              </a:solidFill>
              <a:latin typeface="Montserrat"/>
              <a:cs typeface="Arial"/>
            </a:endParaRPr>
          </a:p>
          <a:p>
            <a:pPr algn="ctr"/>
            <a:endParaRPr lang="en-US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36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D99364-79B6-E77E-0FA2-856E235F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5679C-C3B1-D82F-FC73-12BF5231B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3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DD907F-13A3-BDD9-1AC2-705DBFE9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9A1B7-B805-87BD-6158-46788AC25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59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BEF8E-CCF5-FB8C-955E-F740B9B0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2CD52-29B2-0653-D914-46CD3BD00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1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475FEE-9D8E-7479-2373-18B926204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18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6D4FF-FC9E-9F0B-5FEF-50431873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C4BDD0F-D515-023C-F409-CA19B986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567846-A430-2983-38BE-DAA1C9D95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1" y="4672895"/>
            <a:ext cx="1124107" cy="371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7202C5-DB05-7A5E-2647-6B224CEE431F}"/>
              </a:ext>
            </a:extLst>
          </p:cNvPr>
          <p:cNvSpPr txBox="1"/>
          <p:nvPr/>
        </p:nvSpPr>
        <p:spPr>
          <a:xfrm>
            <a:off x="428625" y="4680855"/>
            <a:ext cx="654346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FOUR</a:t>
            </a:r>
          </a:p>
        </p:txBody>
      </p:sp>
      <p:sp>
        <p:nvSpPr>
          <p:cNvPr id="3" name="Freeform 13">
            <a:extLst>
              <a:ext uri="{FF2B5EF4-FFF2-40B4-BE49-F238E27FC236}">
                <a16:creationId xmlns:a16="http://schemas.microsoft.com/office/drawing/2014/main" id="{0D1F033C-70C0-47C1-1F3C-710F61ED0DC3}"/>
              </a:ext>
            </a:extLst>
          </p:cNvPr>
          <p:cNvSpPr/>
          <p:nvPr/>
        </p:nvSpPr>
        <p:spPr>
          <a:xfrm>
            <a:off x="3642190" y="190072"/>
            <a:ext cx="4823452" cy="4060979"/>
          </a:xfrm>
          <a:custGeom>
            <a:avLst/>
            <a:gdLst/>
            <a:ahLst/>
            <a:cxnLst/>
            <a:rect l="l" t="t" r="r" b="b"/>
            <a:pathLst>
              <a:path w="5197896" h="5080943">
                <a:moveTo>
                  <a:pt x="0" y="0"/>
                </a:moveTo>
                <a:lnTo>
                  <a:pt x="5197896" y="0"/>
                </a:lnTo>
                <a:lnTo>
                  <a:pt x="5197896" y="5080943"/>
                </a:lnTo>
                <a:lnTo>
                  <a:pt x="0" y="5080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1B7E0DA-508D-5DB9-C197-DFEE2594A874}"/>
              </a:ext>
            </a:extLst>
          </p:cNvPr>
          <p:cNvSpPr txBox="1"/>
          <p:nvPr/>
        </p:nvSpPr>
        <p:spPr>
          <a:xfrm>
            <a:off x="576724" y="145794"/>
            <a:ext cx="6022636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91"/>
              </a:lnSpc>
            </a:pPr>
            <a:r>
              <a:rPr lang="en-US" sz="3295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SEQUENCE </a:t>
            </a:r>
          </a:p>
          <a:p>
            <a:pPr>
              <a:lnSpc>
                <a:spcPts val="3691"/>
              </a:lnSpc>
            </a:pPr>
            <a:r>
              <a:rPr lang="en-US" sz="3295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OVERVIEW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3CD7447-3C16-7308-9B47-7D8588BC89BF}"/>
              </a:ext>
            </a:extLst>
          </p:cNvPr>
          <p:cNvSpPr txBox="1"/>
          <p:nvPr/>
        </p:nvSpPr>
        <p:spPr>
          <a:xfrm>
            <a:off x="755797" y="1323252"/>
            <a:ext cx="2376701" cy="2667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6407" lvl="1" indent="-133204">
              <a:lnSpc>
                <a:spcPts val="2122"/>
              </a:lnSpc>
              <a:buFont typeface="Arial"/>
              <a:buChar char="•"/>
            </a:pPr>
            <a:r>
              <a:rPr lang="en-US" sz="1233" i="1">
                <a:solidFill>
                  <a:schemeClr val="accent2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Flipping of end effector limited to when J3 is home</a:t>
            </a:r>
          </a:p>
          <a:p>
            <a:pPr marL="266407" lvl="1" indent="-133204">
              <a:lnSpc>
                <a:spcPts val="2122"/>
              </a:lnSpc>
              <a:buFont typeface="Arial"/>
              <a:buChar char="•"/>
            </a:pPr>
            <a:r>
              <a:rPr lang="en-US" sz="1233" i="1">
                <a:solidFill>
                  <a:schemeClr val="accent2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Drop limited to when J1 is at home</a:t>
            </a:r>
          </a:p>
          <a:p>
            <a:pPr marL="266407" lvl="1" indent="-133204">
              <a:lnSpc>
                <a:spcPts val="2122"/>
              </a:lnSpc>
              <a:buFont typeface="Arial"/>
              <a:buChar char="•"/>
            </a:pPr>
            <a:r>
              <a:rPr lang="en-US" sz="1233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Serial ‘DONE’ ensures each movement completes before the next begins</a:t>
            </a:r>
          </a:p>
          <a:p>
            <a:pPr marL="266407" lvl="1" indent="-133204">
              <a:lnSpc>
                <a:spcPts val="2122"/>
              </a:lnSpc>
              <a:buFont typeface="Arial"/>
              <a:buChar char="•"/>
            </a:pPr>
            <a:r>
              <a:rPr lang="en-US" sz="1233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Homing routine provides a repeatable reference position for every cycle</a:t>
            </a:r>
          </a:p>
        </p:txBody>
      </p:sp>
    </p:spTree>
    <p:extLst>
      <p:ext uri="{BB962C8B-B14F-4D97-AF65-F5344CB8AC3E}">
        <p14:creationId xmlns:p14="http://schemas.microsoft.com/office/powerpoint/2010/main" val="4077581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2FCCB-A5FB-C185-4F2A-E5CB3174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88400B6-3AE9-A8C1-B7FF-71C17CBEC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7180E4-8607-91F4-18C3-38919695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1" y="4672895"/>
            <a:ext cx="1124107" cy="371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7270E3-8E0C-1CB5-C6C8-F2215AD1E26D}"/>
              </a:ext>
            </a:extLst>
          </p:cNvPr>
          <p:cNvSpPr txBox="1"/>
          <p:nvPr/>
        </p:nvSpPr>
        <p:spPr>
          <a:xfrm>
            <a:off x="428625" y="4680855"/>
            <a:ext cx="654346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FOUR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5043A6D-F01A-6242-60C4-728F9C95EE3A}"/>
              </a:ext>
            </a:extLst>
          </p:cNvPr>
          <p:cNvSpPr txBox="1"/>
          <p:nvPr/>
        </p:nvSpPr>
        <p:spPr>
          <a:xfrm>
            <a:off x="576724" y="145794"/>
            <a:ext cx="6022636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91"/>
              </a:lnSpc>
            </a:pPr>
            <a:r>
              <a:rPr lang="en-US" sz="3295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SEQUENCE </a:t>
            </a:r>
          </a:p>
          <a:p>
            <a:pPr>
              <a:lnSpc>
                <a:spcPts val="3691"/>
              </a:lnSpc>
            </a:pPr>
            <a:r>
              <a:rPr lang="en-US" sz="3295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OVERVIEW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A5B59A-4B94-57AC-A67E-89F42361AA6F}"/>
              </a:ext>
            </a:extLst>
          </p:cNvPr>
          <p:cNvSpPr/>
          <p:nvPr/>
        </p:nvSpPr>
        <p:spPr>
          <a:xfrm>
            <a:off x="3430387" y="1583172"/>
            <a:ext cx="2510589" cy="1977156"/>
          </a:xfrm>
          <a:custGeom>
            <a:avLst/>
            <a:gdLst/>
            <a:ahLst/>
            <a:cxnLst/>
            <a:rect l="l" t="t" r="r" b="b"/>
            <a:pathLst>
              <a:path w="3257548" h="2418729">
                <a:moveTo>
                  <a:pt x="0" y="0"/>
                </a:moveTo>
                <a:lnTo>
                  <a:pt x="3257548" y="0"/>
                </a:lnTo>
                <a:lnTo>
                  <a:pt x="3257548" y="2418729"/>
                </a:lnTo>
                <a:lnTo>
                  <a:pt x="0" y="2418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71" r="-65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2BD77D4-0536-BA7C-EECF-A10003FC9722}"/>
              </a:ext>
            </a:extLst>
          </p:cNvPr>
          <p:cNvSpPr/>
          <p:nvPr/>
        </p:nvSpPr>
        <p:spPr>
          <a:xfrm>
            <a:off x="6349632" y="1583172"/>
            <a:ext cx="2510589" cy="1977156"/>
          </a:xfrm>
          <a:custGeom>
            <a:avLst/>
            <a:gdLst/>
            <a:ahLst/>
            <a:cxnLst/>
            <a:rect l="l" t="t" r="r" b="b"/>
            <a:pathLst>
              <a:path w="3257548" h="2465434">
                <a:moveTo>
                  <a:pt x="0" y="0"/>
                </a:moveTo>
                <a:lnTo>
                  <a:pt x="3257548" y="0"/>
                </a:lnTo>
                <a:lnTo>
                  <a:pt x="3257548" y="2465434"/>
                </a:lnTo>
                <a:lnTo>
                  <a:pt x="0" y="2465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20" b="-1905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F9A34DDA-5134-0971-B378-2BBAB180B750}"/>
              </a:ext>
            </a:extLst>
          </p:cNvPr>
          <p:cNvSpPr/>
          <p:nvPr/>
        </p:nvSpPr>
        <p:spPr>
          <a:xfrm>
            <a:off x="283779" y="1583172"/>
            <a:ext cx="2510588" cy="1977156"/>
          </a:xfrm>
          <a:custGeom>
            <a:avLst/>
            <a:gdLst/>
            <a:ahLst/>
            <a:cxnLst/>
            <a:rect l="l" t="t" r="r" b="b"/>
            <a:pathLst>
              <a:path w="3257548" h="2418729">
                <a:moveTo>
                  <a:pt x="0" y="0"/>
                </a:moveTo>
                <a:lnTo>
                  <a:pt x="3257548" y="0"/>
                </a:lnTo>
                <a:lnTo>
                  <a:pt x="3257548" y="2418729"/>
                </a:lnTo>
                <a:lnTo>
                  <a:pt x="0" y="2418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29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C640A-49EF-26C1-C3E0-3F9F0D685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128835-06F0-17B1-9A79-EEF095B46F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3" y="369300"/>
            <a:ext cx="4207725" cy="7878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F11714-D3E5-1EFC-110D-124F88CC1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58B9F5-7E38-CC37-E5FC-C44DFBAA7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717" y="1157103"/>
            <a:ext cx="3658722" cy="3300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D67264-35ED-0B5B-ADA4-1B7789162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71" y="4680855"/>
            <a:ext cx="1124107" cy="363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3D530E-5EA7-C539-79BA-378BF8C1E7B8}"/>
              </a:ext>
            </a:extLst>
          </p:cNvPr>
          <p:cNvSpPr txBox="1"/>
          <p:nvPr/>
        </p:nvSpPr>
        <p:spPr>
          <a:xfrm>
            <a:off x="428625" y="4680855"/>
            <a:ext cx="670376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FINAL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A69F6B-A47C-4234-19E4-B04F2E7FFA8B}"/>
              </a:ext>
            </a:extLst>
          </p:cNvPr>
          <p:cNvSpPr txBox="1"/>
          <p:nvPr/>
        </p:nvSpPr>
        <p:spPr>
          <a:xfrm>
            <a:off x="509218" y="1944906"/>
            <a:ext cx="1786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/>
              <a:t>SEE IT. PICK IT. SORT IT.</a:t>
            </a:r>
          </a:p>
        </p:txBody>
      </p:sp>
    </p:spTree>
    <p:extLst>
      <p:ext uri="{BB962C8B-B14F-4D97-AF65-F5344CB8AC3E}">
        <p14:creationId xmlns:p14="http://schemas.microsoft.com/office/powerpoint/2010/main" val="3612488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Application>Microsoft Office PowerPoint</Application>
  <PresentationFormat>On-screen Show (16:9)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2026-04-13T06:49:38Z</dcterms:modified>
</cp:coreProperties>
</file>